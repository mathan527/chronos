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3" r:id="rId2"/>
  </p:sldMasterIdLst>
  <p:notesMasterIdLst>
    <p:notesMasterId r:id="rId10"/>
  </p:notesMasterIdLst>
  <p:sldIdLst>
    <p:sldId id="256" r:id="rId3"/>
    <p:sldId id="257" r:id="rId4"/>
    <p:sldId id="258" r:id="rId5"/>
    <p:sldId id="259" r:id="rId6"/>
    <p:sldId id="260" r:id="rId7"/>
    <p:sldId id="261" r:id="rId8"/>
    <p:sldId id="262"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1E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C2689D-F272-45D9-9C21-EF93E7122908}" v="38" dt="2026-09-27T10:46:48.8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3" d="100"/>
          <a:sy n="123" d="100"/>
        </p:scale>
        <p:origin x="298"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 Type="http://schemas.openxmlformats.org/officeDocument/2006/relationships/slide" Target="slides/slide1.xml"/><Relationship Id="rId21" Type="http://schemas.openxmlformats.org/officeDocument/2006/relationships/font" Target="fonts/font11.fntdata"/><Relationship Id="rId7" Type="http://schemas.openxmlformats.org/officeDocument/2006/relationships/slide" Target="slides/slide5.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24" Type="http://schemas.openxmlformats.org/officeDocument/2006/relationships/font" Target="fonts/font14.fntdata"/><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font" Target="fonts/font18.fntdata"/><Relationship Id="rId10" Type="http://schemas.openxmlformats.org/officeDocument/2006/relationships/notesMaster" Target="notesMasters/notesMaster1.xml"/><Relationship Id="rId19" Type="http://schemas.openxmlformats.org/officeDocument/2006/relationships/font" Target="fonts/font9.fntdata"/><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font" Target="fonts/font17.fntdata"/><Relationship Id="rId30" Type="http://schemas.openxmlformats.org/officeDocument/2006/relationships/viewProps" Target="view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fbb602608b_3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g3fbb602608b_3_10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3fbb602608b_3_10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fbb602608b_3_11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g3fbb602608b_3_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fbb602608b_3_12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3fbb602608b_3_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fbb602608b_3_12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3fbb602608b_3_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fbb602608b_3_13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g3fbb602608b_3_1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fbb602608b_3_14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g3fbb602608b_3_1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fbb602608b_12_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g3fbb602608b_12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56"/>
        <p:cNvGrpSpPr/>
        <p:nvPr/>
      </p:nvGrpSpPr>
      <p:grpSpPr>
        <a:xfrm>
          <a:off x="0" y="0"/>
          <a:ext cx="0" cy="0"/>
          <a:chOff x="0" y="0"/>
          <a:chExt cx="0" cy="0"/>
        </a:xfrm>
      </p:grpSpPr>
      <p:pic>
        <p:nvPicPr>
          <p:cNvPr id="57" name="Google Shape;57;p14"/>
          <p:cNvPicPr preferRelativeResize="0"/>
          <p:nvPr/>
        </p:nvPicPr>
        <p:blipFill rotWithShape="1">
          <a:blip r:embed="rId2">
            <a:alphaModFix/>
          </a:blip>
          <a:srcRect l="726" r="726"/>
          <a:stretch/>
        </p:blipFill>
        <p:spPr>
          <a:xfrm>
            <a:off x="0" y="0"/>
            <a:ext cx="9144000" cy="5178853"/>
          </a:xfrm>
          <a:prstGeom prst="rect">
            <a:avLst/>
          </a:prstGeom>
          <a:noFill/>
          <a:ln>
            <a:noFill/>
          </a:ln>
        </p:spPr>
      </p:pic>
      <p:sp>
        <p:nvSpPr>
          <p:cNvPr id="58" name="Google Shape;58;p14"/>
          <p:cNvSpPr txBox="1">
            <a:spLocks noGrp="1"/>
          </p:cNvSpPr>
          <p:nvPr>
            <p:ph type="body" idx="1"/>
          </p:nvPr>
        </p:nvSpPr>
        <p:spPr>
          <a:xfrm>
            <a:off x="3206948" y="3078963"/>
            <a:ext cx="2730103" cy="373228"/>
          </a:xfrm>
          <a:prstGeom prst="rect">
            <a:avLst/>
          </a:prstGeom>
          <a:noFill/>
          <a:ln>
            <a:noFill/>
          </a:ln>
        </p:spPr>
        <p:txBody>
          <a:bodyPr spcFirstLastPara="1" wrap="square" lIns="68575" tIns="34275" rIns="68575" bIns="34275" anchor="t" anchorCtr="0">
            <a:spAutoFit/>
          </a:bodyPr>
          <a:lstStyle>
            <a:lvl1pPr marL="457200" lvl="0" indent="-228600" algn="ctr">
              <a:lnSpc>
                <a:spcPct val="70000"/>
              </a:lnSpc>
              <a:spcBef>
                <a:spcPts val="800"/>
              </a:spcBef>
              <a:spcAft>
                <a:spcPts val="0"/>
              </a:spcAft>
              <a:buClr>
                <a:schemeClr val="lt1"/>
              </a:buClr>
              <a:buSzPts val="1400"/>
              <a:buFont typeface="Arial"/>
              <a:buNone/>
              <a:defRPr sz="1400" b="0" i="0">
                <a:solidFill>
                  <a:schemeClr val="lt1"/>
                </a:solidFill>
                <a:latin typeface="DM Sans"/>
                <a:ea typeface="DM Sans"/>
                <a:cs typeface="DM Sans"/>
                <a:sym typeface="DM Sans"/>
              </a:defRPr>
            </a:lvl1pPr>
            <a:lvl2pPr marL="914400" lvl="1" indent="-228600" algn="ctr">
              <a:lnSpc>
                <a:spcPct val="70000"/>
              </a:lnSpc>
              <a:spcBef>
                <a:spcPts val="800"/>
              </a:spcBef>
              <a:spcAft>
                <a:spcPts val="0"/>
              </a:spcAft>
              <a:buClr>
                <a:schemeClr val="dk1"/>
              </a:buClr>
              <a:buSzPts val="1400"/>
              <a:buFont typeface="Arial"/>
              <a:buNone/>
              <a:defRPr sz="1400">
                <a:solidFill>
                  <a:schemeClr val="dk1"/>
                </a:solidFill>
                <a:latin typeface="Arial"/>
                <a:ea typeface="Arial"/>
                <a:cs typeface="Arial"/>
                <a:sym typeface="Arial"/>
              </a:defRPr>
            </a:lvl2pPr>
            <a:lvl3pPr marL="1371600" lvl="2" indent="-228600" algn="ctr">
              <a:lnSpc>
                <a:spcPct val="70000"/>
              </a:lnSpc>
              <a:spcBef>
                <a:spcPts val="800"/>
              </a:spcBef>
              <a:spcAft>
                <a:spcPts val="0"/>
              </a:spcAft>
              <a:buClr>
                <a:schemeClr val="dk1"/>
              </a:buClr>
              <a:buSzPts val="1400"/>
              <a:buFont typeface="Arial"/>
              <a:buNone/>
              <a:defRPr sz="1400">
                <a:solidFill>
                  <a:schemeClr val="dk1"/>
                </a:solidFill>
                <a:latin typeface="Arial"/>
                <a:ea typeface="Arial"/>
                <a:cs typeface="Arial"/>
                <a:sym typeface="Arial"/>
              </a:defRPr>
            </a:lvl3pPr>
            <a:lvl4pPr marL="1828800" lvl="3" indent="-228600" algn="ctr">
              <a:lnSpc>
                <a:spcPct val="70000"/>
              </a:lnSpc>
              <a:spcBef>
                <a:spcPts val="800"/>
              </a:spcBef>
              <a:spcAft>
                <a:spcPts val="0"/>
              </a:spcAft>
              <a:buClr>
                <a:schemeClr val="dk1"/>
              </a:buClr>
              <a:buSzPts val="1400"/>
              <a:buFont typeface="Arial"/>
              <a:buNone/>
              <a:defRPr sz="1400">
                <a:solidFill>
                  <a:schemeClr val="dk1"/>
                </a:solidFill>
                <a:latin typeface="Arial"/>
                <a:ea typeface="Arial"/>
                <a:cs typeface="Arial"/>
                <a:sym typeface="Arial"/>
              </a:defRPr>
            </a:lvl4pPr>
            <a:lvl5pPr marL="2286000" lvl="4" indent="-228600" algn="ctr">
              <a:lnSpc>
                <a:spcPct val="70000"/>
              </a:lnSpc>
              <a:spcBef>
                <a:spcPts val="800"/>
              </a:spcBef>
              <a:spcAft>
                <a:spcPts val="0"/>
              </a:spcAft>
              <a:buClr>
                <a:schemeClr val="dk1"/>
              </a:buClr>
              <a:buSzPts val="1400"/>
              <a:buFont typeface="Arial"/>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9" name="Google Shape;59;p14"/>
          <p:cNvSpPr txBox="1">
            <a:spLocks noGrp="1"/>
          </p:cNvSpPr>
          <p:nvPr>
            <p:ph type="body" idx="2"/>
          </p:nvPr>
        </p:nvSpPr>
        <p:spPr>
          <a:xfrm>
            <a:off x="1729979" y="1889353"/>
            <a:ext cx="5684044" cy="900247"/>
          </a:xfrm>
          <a:prstGeom prst="rect">
            <a:avLst/>
          </a:prstGeom>
          <a:noFill/>
          <a:ln>
            <a:noFill/>
          </a:ln>
        </p:spPr>
        <p:txBody>
          <a:bodyPr spcFirstLastPara="1" wrap="square" lIns="68575" tIns="34275" rIns="68575" bIns="34275" anchor="t" anchorCtr="0">
            <a:spAutoFit/>
          </a:bodyPr>
          <a:lstStyle>
            <a:lvl1pPr marL="457200" lvl="0" indent="-228600" algn="ctr">
              <a:lnSpc>
                <a:spcPct val="90000"/>
              </a:lnSpc>
              <a:spcBef>
                <a:spcPts val="800"/>
              </a:spcBef>
              <a:spcAft>
                <a:spcPts val="0"/>
              </a:spcAft>
              <a:buClr>
                <a:schemeClr val="dk1"/>
              </a:buClr>
              <a:buSzPts val="6000"/>
              <a:buNone/>
              <a:defRPr sz="6000">
                <a:solidFill>
                  <a:schemeClr val="dk1"/>
                </a:solidFill>
                <a:latin typeface="Play"/>
                <a:ea typeface="Play"/>
                <a:cs typeface="Play"/>
                <a:sym typeface="Play"/>
              </a:defRPr>
            </a:lvl1pPr>
            <a:lvl2pPr marL="914400" lvl="1" indent="-228600" algn="ctr">
              <a:lnSpc>
                <a:spcPct val="90000"/>
              </a:lnSpc>
              <a:spcBef>
                <a:spcPts val="400"/>
              </a:spcBef>
              <a:spcAft>
                <a:spcPts val="0"/>
              </a:spcAft>
              <a:buClr>
                <a:schemeClr val="dk1"/>
              </a:buClr>
              <a:buSzPts val="7200"/>
              <a:buNone/>
              <a:defRPr sz="7200">
                <a:latin typeface="Play"/>
                <a:ea typeface="Play"/>
                <a:cs typeface="Play"/>
                <a:sym typeface="Play"/>
              </a:defRPr>
            </a:lvl2pPr>
            <a:lvl3pPr marL="1371600" lvl="2" indent="-228600" algn="ctr">
              <a:lnSpc>
                <a:spcPct val="90000"/>
              </a:lnSpc>
              <a:spcBef>
                <a:spcPts val="400"/>
              </a:spcBef>
              <a:spcAft>
                <a:spcPts val="0"/>
              </a:spcAft>
              <a:buClr>
                <a:schemeClr val="dk1"/>
              </a:buClr>
              <a:buSzPts val="7200"/>
              <a:buNone/>
              <a:defRPr sz="7200">
                <a:latin typeface="Play"/>
                <a:ea typeface="Play"/>
                <a:cs typeface="Play"/>
                <a:sym typeface="Play"/>
              </a:defRPr>
            </a:lvl3pPr>
            <a:lvl4pPr marL="1828800" lvl="3" indent="-228600" algn="ctr">
              <a:lnSpc>
                <a:spcPct val="90000"/>
              </a:lnSpc>
              <a:spcBef>
                <a:spcPts val="400"/>
              </a:spcBef>
              <a:spcAft>
                <a:spcPts val="0"/>
              </a:spcAft>
              <a:buClr>
                <a:schemeClr val="dk1"/>
              </a:buClr>
              <a:buSzPts val="7200"/>
              <a:buNone/>
              <a:defRPr sz="7200">
                <a:latin typeface="Play"/>
                <a:ea typeface="Play"/>
                <a:cs typeface="Play"/>
                <a:sym typeface="Play"/>
              </a:defRPr>
            </a:lvl4pPr>
            <a:lvl5pPr marL="2286000" lvl="4" indent="-228600" algn="ctr">
              <a:lnSpc>
                <a:spcPct val="90000"/>
              </a:lnSpc>
              <a:spcBef>
                <a:spcPts val="400"/>
              </a:spcBef>
              <a:spcAft>
                <a:spcPts val="0"/>
              </a:spcAft>
              <a:buClr>
                <a:schemeClr val="dk1"/>
              </a:buClr>
              <a:buSzPts val="7200"/>
              <a:buNone/>
              <a:defRPr sz="7200">
                <a:latin typeface="Play"/>
                <a:ea typeface="Play"/>
                <a:cs typeface="Play"/>
                <a:sym typeface="Play"/>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genda Slide">
  <p:cSld name="Agenda Slide">
    <p:bg>
      <p:bgPr>
        <a:solidFill>
          <a:schemeClr val="lt1"/>
        </a:solidFill>
        <a:effectLst/>
      </p:bgPr>
    </p:bg>
    <p:spTree>
      <p:nvGrpSpPr>
        <p:cNvPr id="1" name="Shape 60"/>
        <p:cNvGrpSpPr/>
        <p:nvPr/>
      </p:nvGrpSpPr>
      <p:grpSpPr>
        <a:xfrm>
          <a:off x="0" y="0"/>
          <a:ext cx="0" cy="0"/>
          <a:chOff x="0" y="0"/>
          <a:chExt cx="0" cy="0"/>
        </a:xfrm>
      </p:grpSpPr>
      <p:pic>
        <p:nvPicPr>
          <p:cNvPr id="61" name="Google Shape;61;p15"/>
          <p:cNvPicPr preferRelativeResize="0"/>
          <p:nvPr/>
        </p:nvPicPr>
        <p:blipFill rotWithShape="1">
          <a:blip r:embed="rId2">
            <a:alphaModFix amt="60000"/>
          </a:blip>
          <a:srcRect l="678" r="678" b="293"/>
          <a:stretch/>
        </p:blipFill>
        <p:spPr>
          <a:xfrm>
            <a:off x="0" y="-15151"/>
            <a:ext cx="9144000" cy="5158652"/>
          </a:xfrm>
          <a:prstGeom prst="rect">
            <a:avLst/>
          </a:prstGeom>
          <a:noFill/>
          <a:ln>
            <a:noFill/>
          </a:ln>
        </p:spPr>
      </p:pic>
      <p:sp>
        <p:nvSpPr>
          <p:cNvPr id="62" name="Google Shape;62;p15"/>
          <p:cNvSpPr txBox="1">
            <a:spLocks noGrp="1"/>
          </p:cNvSpPr>
          <p:nvPr>
            <p:ph type="body" idx="1"/>
          </p:nvPr>
        </p:nvSpPr>
        <p:spPr>
          <a:xfrm>
            <a:off x="896530" y="866059"/>
            <a:ext cx="1927894" cy="227803"/>
          </a:xfrm>
          <a:prstGeom prst="rect">
            <a:avLst/>
          </a:prstGeom>
          <a:noFill/>
          <a:ln>
            <a:noFill/>
          </a:ln>
        </p:spPr>
        <p:txBody>
          <a:bodyPr spcFirstLastPara="1" wrap="square" lIns="68575" tIns="34275" rIns="68575" bIns="34275" anchor="ctr" anchorCtr="0">
            <a:spAutoFit/>
          </a:bodyPr>
          <a:lstStyle>
            <a:lvl1pPr marL="457200" lvl="0" indent="-228600" algn="l">
              <a:lnSpc>
                <a:spcPct val="70000"/>
              </a:lnSpc>
              <a:spcBef>
                <a:spcPts val="800"/>
              </a:spcBef>
              <a:spcAft>
                <a:spcPts val="0"/>
              </a:spcAft>
              <a:buClr>
                <a:schemeClr val="dk1"/>
              </a:buClr>
              <a:buSzPts val="1400"/>
              <a:buNone/>
              <a:defRPr sz="1400" b="0" i="0">
                <a:solidFill>
                  <a:schemeClr val="dk1"/>
                </a:solidFill>
                <a:latin typeface="DM Sans Light"/>
                <a:ea typeface="DM Sans Light"/>
                <a:cs typeface="DM Sans Light"/>
                <a:sym typeface="DM Sans Light"/>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3" name="Google Shape;63;p15"/>
          <p:cNvSpPr txBox="1">
            <a:spLocks noGrp="1"/>
          </p:cNvSpPr>
          <p:nvPr>
            <p:ph type="body" idx="2"/>
          </p:nvPr>
        </p:nvSpPr>
        <p:spPr>
          <a:xfrm>
            <a:off x="353625" y="1352085"/>
            <a:ext cx="514350" cy="29884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4" name="Google Shape;64;p15"/>
          <p:cNvSpPr txBox="1">
            <a:spLocks noGrp="1"/>
          </p:cNvSpPr>
          <p:nvPr>
            <p:ph type="body" idx="3"/>
          </p:nvPr>
        </p:nvSpPr>
        <p:spPr>
          <a:xfrm>
            <a:off x="3352365" y="1352085"/>
            <a:ext cx="514350" cy="29884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5" name="Google Shape;65;p15"/>
          <p:cNvSpPr txBox="1">
            <a:spLocks noGrp="1"/>
          </p:cNvSpPr>
          <p:nvPr>
            <p:ph type="body" idx="4"/>
          </p:nvPr>
        </p:nvSpPr>
        <p:spPr>
          <a:xfrm>
            <a:off x="3352365" y="837735"/>
            <a:ext cx="514350" cy="29884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6" name="Google Shape;66;p15"/>
          <p:cNvSpPr txBox="1">
            <a:spLocks noGrp="1"/>
          </p:cNvSpPr>
          <p:nvPr>
            <p:ph type="body" idx="5"/>
          </p:nvPr>
        </p:nvSpPr>
        <p:spPr>
          <a:xfrm>
            <a:off x="6368906" y="1352085"/>
            <a:ext cx="514350" cy="29884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15"/>
          <p:cNvSpPr txBox="1">
            <a:spLocks noGrp="1"/>
          </p:cNvSpPr>
          <p:nvPr>
            <p:ph type="body" idx="6"/>
          </p:nvPr>
        </p:nvSpPr>
        <p:spPr>
          <a:xfrm>
            <a:off x="353625" y="837735"/>
            <a:ext cx="514350" cy="29884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8" name="Google Shape;68;p15"/>
          <p:cNvSpPr txBox="1">
            <a:spLocks noGrp="1"/>
          </p:cNvSpPr>
          <p:nvPr>
            <p:ph type="body" idx="7"/>
          </p:nvPr>
        </p:nvSpPr>
        <p:spPr>
          <a:xfrm>
            <a:off x="1727597" y="3881330"/>
            <a:ext cx="5684044" cy="1004698"/>
          </a:xfrm>
          <a:prstGeom prst="rect">
            <a:avLst/>
          </a:prstGeom>
          <a:noFill/>
          <a:ln>
            <a:noFill/>
          </a:ln>
        </p:spPr>
        <p:txBody>
          <a:bodyPr spcFirstLastPara="1" wrap="square" lIns="68575" tIns="34275" rIns="68575" bIns="34275" anchor="t" anchorCtr="0">
            <a:spAutoFit/>
          </a:bodyPr>
          <a:lstStyle>
            <a:lvl1pPr marL="457200" lvl="0" indent="-228600" algn="ctr">
              <a:lnSpc>
                <a:spcPct val="90000"/>
              </a:lnSpc>
              <a:spcBef>
                <a:spcPts val="800"/>
              </a:spcBef>
              <a:spcAft>
                <a:spcPts val="0"/>
              </a:spcAft>
              <a:buClr>
                <a:schemeClr val="dk1"/>
              </a:buClr>
              <a:buSzPts val="6600"/>
              <a:buNone/>
              <a:defRPr sz="6600">
                <a:solidFill>
                  <a:schemeClr val="dk1"/>
                </a:solidFill>
                <a:latin typeface="Play"/>
                <a:ea typeface="Play"/>
                <a:cs typeface="Play"/>
                <a:sym typeface="Play"/>
              </a:defRPr>
            </a:lvl1pPr>
            <a:lvl2pPr marL="914400" lvl="1" indent="-228600" algn="ctr">
              <a:lnSpc>
                <a:spcPct val="90000"/>
              </a:lnSpc>
              <a:spcBef>
                <a:spcPts val="400"/>
              </a:spcBef>
              <a:spcAft>
                <a:spcPts val="0"/>
              </a:spcAft>
              <a:buClr>
                <a:schemeClr val="dk1"/>
              </a:buClr>
              <a:buSzPts val="7200"/>
              <a:buNone/>
              <a:defRPr sz="7200">
                <a:latin typeface="Play"/>
                <a:ea typeface="Play"/>
                <a:cs typeface="Play"/>
                <a:sym typeface="Play"/>
              </a:defRPr>
            </a:lvl2pPr>
            <a:lvl3pPr marL="1371600" lvl="2" indent="-228600" algn="ctr">
              <a:lnSpc>
                <a:spcPct val="90000"/>
              </a:lnSpc>
              <a:spcBef>
                <a:spcPts val="400"/>
              </a:spcBef>
              <a:spcAft>
                <a:spcPts val="0"/>
              </a:spcAft>
              <a:buClr>
                <a:schemeClr val="dk1"/>
              </a:buClr>
              <a:buSzPts val="7200"/>
              <a:buNone/>
              <a:defRPr sz="7200">
                <a:latin typeface="Play"/>
                <a:ea typeface="Play"/>
                <a:cs typeface="Play"/>
                <a:sym typeface="Play"/>
              </a:defRPr>
            </a:lvl3pPr>
            <a:lvl4pPr marL="1828800" lvl="3" indent="-228600" algn="ctr">
              <a:lnSpc>
                <a:spcPct val="90000"/>
              </a:lnSpc>
              <a:spcBef>
                <a:spcPts val="400"/>
              </a:spcBef>
              <a:spcAft>
                <a:spcPts val="0"/>
              </a:spcAft>
              <a:buClr>
                <a:schemeClr val="dk1"/>
              </a:buClr>
              <a:buSzPts val="7200"/>
              <a:buNone/>
              <a:defRPr sz="7200">
                <a:latin typeface="Play"/>
                <a:ea typeface="Play"/>
                <a:cs typeface="Play"/>
                <a:sym typeface="Play"/>
              </a:defRPr>
            </a:lvl4pPr>
            <a:lvl5pPr marL="2286000" lvl="4" indent="-228600" algn="ctr">
              <a:lnSpc>
                <a:spcPct val="90000"/>
              </a:lnSpc>
              <a:spcBef>
                <a:spcPts val="400"/>
              </a:spcBef>
              <a:spcAft>
                <a:spcPts val="0"/>
              </a:spcAft>
              <a:buClr>
                <a:schemeClr val="dk1"/>
              </a:buClr>
              <a:buSzPts val="7200"/>
              <a:buNone/>
              <a:defRPr sz="7200">
                <a:latin typeface="Play"/>
                <a:ea typeface="Play"/>
                <a:cs typeface="Play"/>
                <a:sym typeface="Play"/>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9" name="Google Shape;69;p15"/>
          <p:cNvSpPr txBox="1">
            <a:spLocks noGrp="1"/>
          </p:cNvSpPr>
          <p:nvPr>
            <p:ph type="body" idx="8"/>
          </p:nvPr>
        </p:nvSpPr>
        <p:spPr>
          <a:xfrm>
            <a:off x="6367094" y="837735"/>
            <a:ext cx="514350" cy="29884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0" name="Google Shape;70;p15"/>
          <p:cNvSpPr txBox="1">
            <a:spLocks noGrp="1"/>
          </p:cNvSpPr>
          <p:nvPr>
            <p:ph type="body" idx="9"/>
          </p:nvPr>
        </p:nvSpPr>
        <p:spPr>
          <a:xfrm>
            <a:off x="353625" y="2420350"/>
            <a:ext cx="514350" cy="29884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Google Shape;71;p15"/>
          <p:cNvSpPr txBox="1">
            <a:spLocks noGrp="1"/>
          </p:cNvSpPr>
          <p:nvPr>
            <p:ph type="body" idx="13"/>
          </p:nvPr>
        </p:nvSpPr>
        <p:spPr>
          <a:xfrm>
            <a:off x="3352365" y="2420350"/>
            <a:ext cx="514350" cy="29884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2" name="Google Shape;72;p15"/>
          <p:cNvSpPr txBox="1">
            <a:spLocks noGrp="1"/>
          </p:cNvSpPr>
          <p:nvPr>
            <p:ph type="body" idx="14"/>
          </p:nvPr>
        </p:nvSpPr>
        <p:spPr>
          <a:xfrm>
            <a:off x="3352365" y="1906000"/>
            <a:ext cx="514350" cy="29884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15"/>
          <p:cNvSpPr txBox="1">
            <a:spLocks noGrp="1"/>
          </p:cNvSpPr>
          <p:nvPr>
            <p:ph type="body" idx="15"/>
          </p:nvPr>
        </p:nvSpPr>
        <p:spPr>
          <a:xfrm>
            <a:off x="6368906" y="2420350"/>
            <a:ext cx="514350" cy="29884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4" name="Google Shape;74;p15"/>
          <p:cNvSpPr txBox="1">
            <a:spLocks noGrp="1"/>
          </p:cNvSpPr>
          <p:nvPr>
            <p:ph type="body" idx="16"/>
          </p:nvPr>
        </p:nvSpPr>
        <p:spPr>
          <a:xfrm>
            <a:off x="353625" y="1906000"/>
            <a:ext cx="514350" cy="29884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5" name="Google Shape;75;p15"/>
          <p:cNvSpPr txBox="1">
            <a:spLocks noGrp="1"/>
          </p:cNvSpPr>
          <p:nvPr>
            <p:ph type="body" idx="17"/>
          </p:nvPr>
        </p:nvSpPr>
        <p:spPr>
          <a:xfrm>
            <a:off x="6367094" y="1906000"/>
            <a:ext cx="514350" cy="29884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solidFill>
                  <a:schemeClr val="dk1"/>
                </a:solidFill>
                <a:latin typeface="Arial"/>
                <a:ea typeface="Arial"/>
                <a:cs typeface="Arial"/>
                <a:sym typeface="Arial"/>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6" name="Google Shape;76;p15"/>
          <p:cNvSpPr txBox="1">
            <a:spLocks noGrp="1"/>
          </p:cNvSpPr>
          <p:nvPr>
            <p:ph type="body" idx="18"/>
          </p:nvPr>
        </p:nvSpPr>
        <p:spPr>
          <a:xfrm>
            <a:off x="896531" y="1367220"/>
            <a:ext cx="1934247" cy="227803"/>
          </a:xfrm>
          <a:prstGeom prst="rect">
            <a:avLst/>
          </a:prstGeom>
          <a:noFill/>
          <a:ln>
            <a:noFill/>
          </a:ln>
        </p:spPr>
        <p:txBody>
          <a:bodyPr spcFirstLastPara="1" wrap="square" lIns="68575" tIns="34275" rIns="68575" bIns="34275" anchor="ctr" anchorCtr="0">
            <a:spAutoFit/>
          </a:bodyPr>
          <a:lstStyle>
            <a:lvl1pPr marL="457200" lvl="0" indent="-228600" algn="l">
              <a:lnSpc>
                <a:spcPct val="70000"/>
              </a:lnSpc>
              <a:spcBef>
                <a:spcPts val="800"/>
              </a:spcBef>
              <a:spcAft>
                <a:spcPts val="0"/>
              </a:spcAft>
              <a:buClr>
                <a:schemeClr val="dk1"/>
              </a:buClr>
              <a:buSzPts val="1400"/>
              <a:buNone/>
              <a:defRPr sz="1400" b="0" i="0">
                <a:solidFill>
                  <a:schemeClr val="dk1"/>
                </a:solidFill>
                <a:latin typeface="DM Sans Light"/>
                <a:ea typeface="DM Sans Light"/>
                <a:cs typeface="DM Sans Light"/>
                <a:sym typeface="DM Sans Light"/>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15"/>
          <p:cNvSpPr txBox="1">
            <a:spLocks noGrp="1"/>
          </p:cNvSpPr>
          <p:nvPr>
            <p:ph type="body" idx="19"/>
          </p:nvPr>
        </p:nvSpPr>
        <p:spPr>
          <a:xfrm>
            <a:off x="896531" y="1923035"/>
            <a:ext cx="1934247" cy="224004"/>
          </a:xfrm>
          <a:prstGeom prst="rect">
            <a:avLst/>
          </a:prstGeom>
          <a:noFill/>
          <a:ln>
            <a:noFill/>
          </a:ln>
        </p:spPr>
        <p:txBody>
          <a:bodyPr spcFirstLastPara="1" wrap="square" lIns="68575" tIns="34275" rIns="68575" bIns="34275" anchor="ctr" anchorCtr="0">
            <a:spAutoFit/>
          </a:bodyPr>
          <a:lstStyle>
            <a:lvl1pPr marL="457200" lvl="0" indent="-228600" algn="l">
              <a:lnSpc>
                <a:spcPct val="70000"/>
              </a:lnSpc>
              <a:spcBef>
                <a:spcPts val="800"/>
              </a:spcBef>
              <a:spcAft>
                <a:spcPts val="0"/>
              </a:spcAft>
              <a:buClr>
                <a:schemeClr val="dk1"/>
              </a:buClr>
              <a:buSzPts val="1400"/>
              <a:buNone/>
              <a:defRPr sz="1400" b="0" i="0">
                <a:solidFill>
                  <a:schemeClr val="dk1"/>
                </a:solidFill>
                <a:latin typeface="DM Sans Light"/>
                <a:ea typeface="DM Sans Light"/>
                <a:cs typeface="DM Sans Light"/>
                <a:sym typeface="DM Sans Light"/>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8" name="Google Shape;78;p15"/>
          <p:cNvSpPr txBox="1">
            <a:spLocks noGrp="1"/>
          </p:cNvSpPr>
          <p:nvPr>
            <p:ph type="body" idx="20"/>
          </p:nvPr>
        </p:nvSpPr>
        <p:spPr>
          <a:xfrm>
            <a:off x="896531" y="2435485"/>
            <a:ext cx="1934247" cy="227803"/>
          </a:xfrm>
          <a:prstGeom prst="rect">
            <a:avLst/>
          </a:prstGeom>
          <a:noFill/>
          <a:ln>
            <a:noFill/>
          </a:ln>
        </p:spPr>
        <p:txBody>
          <a:bodyPr spcFirstLastPara="1" wrap="square" lIns="68575" tIns="34275" rIns="68575" bIns="34275" anchor="ctr" anchorCtr="0">
            <a:spAutoFit/>
          </a:bodyPr>
          <a:lstStyle>
            <a:lvl1pPr marL="457200" lvl="0" indent="-228600" algn="l">
              <a:lnSpc>
                <a:spcPct val="70000"/>
              </a:lnSpc>
              <a:spcBef>
                <a:spcPts val="800"/>
              </a:spcBef>
              <a:spcAft>
                <a:spcPts val="0"/>
              </a:spcAft>
              <a:buClr>
                <a:schemeClr val="dk1"/>
              </a:buClr>
              <a:buSzPts val="1400"/>
              <a:buNone/>
              <a:defRPr sz="1400" b="0" i="0">
                <a:solidFill>
                  <a:schemeClr val="dk1"/>
                </a:solidFill>
                <a:latin typeface="DM Sans Light"/>
                <a:ea typeface="DM Sans Light"/>
                <a:cs typeface="DM Sans Light"/>
                <a:sym typeface="DM Sans Light"/>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9" name="Google Shape;79;p15"/>
          <p:cNvSpPr txBox="1">
            <a:spLocks noGrp="1"/>
          </p:cNvSpPr>
          <p:nvPr>
            <p:ph type="body" idx="21"/>
          </p:nvPr>
        </p:nvSpPr>
        <p:spPr>
          <a:xfrm>
            <a:off x="3882819" y="866059"/>
            <a:ext cx="1927894" cy="227803"/>
          </a:xfrm>
          <a:prstGeom prst="rect">
            <a:avLst/>
          </a:prstGeom>
          <a:noFill/>
          <a:ln>
            <a:noFill/>
          </a:ln>
        </p:spPr>
        <p:txBody>
          <a:bodyPr spcFirstLastPara="1" wrap="square" lIns="68575" tIns="34275" rIns="68575" bIns="34275" anchor="ctr" anchorCtr="0">
            <a:spAutoFit/>
          </a:bodyPr>
          <a:lstStyle>
            <a:lvl1pPr marL="457200" lvl="0" indent="-228600" algn="l">
              <a:lnSpc>
                <a:spcPct val="70000"/>
              </a:lnSpc>
              <a:spcBef>
                <a:spcPts val="800"/>
              </a:spcBef>
              <a:spcAft>
                <a:spcPts val="0"/>
              </a:spcAft>
              <a:buClr>
                <a:schemeClr val="dk1"/>
              </a:buClr>
              <a:buSzPts val="1400"/>
              <a:buNone/>
              <a:defRPr sz="1400" b="0" i="0">
                <a:solidFill>
                  <a:schemeClr val="dk1"/>
                </a:solidFill>
                <a:latin typeface="DM Sans Light"/>
                <a:ea typeface="DM Sans Light"/>
                <a:cs typeface="DM Sans Light"/>
                <a:sym typeface="DM Sans Light"/>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0" name="Google Shape;80;p15"/>
          <p:cNvSpPr txBox="1">
            <a:spLocks noGrp="1"/>
          </p:cNvSpPr>
          <p:nvPr>
            <p:ph type="body" idx="22"/>
          </p:nvPr>
        </p:nvSpPr>
        <p:spPr>
          <a:xfrm>
            <a:off x="3882820" y="1367220"/>
            <a:ext cx="1934247" cy="227803"/>
          </a:xfrm>
          <a:prstGeom prst="rect">
            <a:avLst/>
          </a:prstGeom>
          <a:noFill/>
          <a:ln>
            <a:noFill/>
          </a:ln>
        </p:spPr>
        <p:txBody>
          <a:bodyPr spcFirstLastPara="1" wrap="square" lIns="68575" tIns="34275" rIns="68575" bIns="34275" anchor="ctr" anchorCtr="0">
            <a:spAutoFit/>
          </a:bodyPr>
          <a:lstStyle>
            <a:lvl1pPr marL="457200" lvl="0" indent="-228600" algn="l">
              <a:lnSpc>
                <a:spcPct val="70000"/>
              </a:lnSpc>
              <a:spcBef>
                <a:spcPts val="800"/>
              </a:spcBef>
              <a:spcAft>
                <a:spcPts val="0"/>
              </a:spcAft>
              <a:buClr>
                <a:schemeClr val="dk1"/>
              </a:buClr>
              <a:buSzPts val="1400"/>
              <a:buNone/>
              <a:defRPr sz="1400" b="0" i="0">
                <a:solidFill>
                  <a:schemeClr val="dk1"/>
                </a:solidFill>
                <a:latin typeface="DM Sans Light"/>
                <a:ea typeface="DM Sans Light"/>
                <a:cs typeface="DM Sans Light"/>
                <a:sym typeface="DM Sans Light"/>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1" name="Google Shape;81;p15"/>
          <p:cNvSpPr txBox="1">
            <a:spLocks noGrp="1"/>
          </p:cNvSpPr>
          <p:nvPr>
            <p:ph type="body" idx="23"/>
          </p:nvPr>
        </p:nvSpPr>
        <p:spPr>
          <a:xfrm>
            <a:off x="3882820" y="1921135"/>
            <a:ext cx="1934247" cy="227803"/>
          </a:xfrm>
          <a:prstGeom prst="rect">
            <a:avLst/>
          </a:prstGeom>
          <a:noFill/>
          <a:ln>
            <a:noFill/>
          </a:ln>
        </p:spPr>
        <p:txBody>
          <a:bodyPr spcFirstLastPara="1" wrap="square" lIns="68575" tIns="34275" rIns="68575" bIns="34275" anchor="ctr" anchorCtr="0">
            <a:spAutoFit/>
          </a:bodyPr>
          <a:lstStyle>
            <a:lvl1pPr marL="457200" lvl="0" indent="-228600" algn="l">
              <a:lnSpc>
                <a:spcPct val="70000"/>
              </a:lnSpc>
              <a:spcBef>
                <a:spcPts val="800"/>
              </a:spcBef>
              <a:spcAft>
                <a:spcPts val="0"/>
              </a:spcAft>
              <a:buClr>
                <a:schemeClr val="dk1"/>
              </a:buClr>
              <a:buSzPts val="1400"/>
              <a:buNone/>
              <a:defRPr sz="1400" b="0" i="0">
                <a:solidFill>
                  <a:schemeClr val="dk1"/>
                </a:solidFill>
                <a:latin typeface="DM Sans Light"/>
                <a:ea typeface="DM Sans Light"/>
                <a:cs typeface="DM Sans Light"/>
                <a:sym typeface="DM Sans Light"/>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2" name="Google Shape;82;p15"/>
          <p:cNvSpPr txBox="1">
            <a:spLocks noGrp="1"/>
          </p:cNvSpPr>
          <p:nvPr>
            <p:ph type="body" idx="24"/>
          </p:nvPr>
        </p:nvSpPr>
        <p:spPr>
          <a:xfrm>
            <a:off x="3882820" y="2435485"/>
            <a:ext cx="1934247" cy="227803"/>
          </a:xfrm>
          <a:prstGeom prst="rect">
            <a:avLst/>
          </a:prstGeom>
          <a:noFill/>
          <a:ln>
            <a:noFill/>
          </a:ln>
        </p:spPr>
        <p:txBody>
          <a:bodyPr spcFirstLastPara="1" wrap="square" lIns="68575" tIns="34275" rIns="68575" bIns="34275" anchor="ctr" anchorCtr="0">
            <a:spAutoFit/>
          </a:bodyPr>
          <a:lstStyle>
            <a:lvl1pPr marL="457200" lvl="0" indent="-228600" algn="l">
              <a:lnSpc>
                <a:spcPct val="70000"/>
              </a:lnSpc>
              <a:spcBef>
                <a:spcPts val="800"/>
              </a:spcBef>
              <a:spcAft>
                <a:spcPts val="0"/>
              </a:spcAft>
              <a:buClr>
                <a:schemeClr val="dk1"/>
              </a:buClr>
              <a:buSzPts val="1400"/>
              <a:buNone/>
              <a:defRPr sz="1400" b="0" i="0">
                <a:solidFill>
                  <a:schemeClr val="dk1"/>
                </a:solidFill>
                <a:latin typeface="DM Sans Light"/>
                <a:ea typeface="DM Sans Light"/>
                <a:cs typeface="DM Sans Light"/>
                <a:sym typeface="DM Sans Light"/>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3" name="Google Shape;83;p15"/>
          <p:cNvSpPr txBox="1">
            <a:spLocks noGrp="1"/>
          </p:cNvSpPr>
          <p:nvPr>
            <p:ph type="body" idx="25"/>
          </p:nvPr>
        </p:nvSpPr>
        <p:spPr>
          <a:xfrm>
            <a:off x="6894418" y="866059"/>
            <a:ext cx="1927894" cy="227803"/>
          </a:xfrm>
          <a:prstGeom prst="rect">
            <a:avLst/>
          </a:prstGeom>
          <a:noFill/>
          <a:ln>
            <a:noFill/>
          </a:ln>
        </p:spPr>
        <p:txBody>
          <a:bodyPr spcFirstLastPara="1" wrap="square" lIns="68575" tIns="34275" rIns="68575" bIns="34275" anchor="ctr" anchorCtr="0">
            <a:spAutoFit/>
          </a:bodyPr>
          <a:lstStyle>
            <a:lvl1pPr marL="457200" lvl="0" indent="-228600" algn="l">
              <a:lnSpc>
                <a:spcPct val="70000"/>
              </a:lnSpc>
              <a:spcBef>
                <a:spcPts val="800"/>
              </a:spcBef>
              <a:spcAft>
                <a:spcPts val="0"/>
              </a:spcAft>
              <a:buClr>
                <a:schemeClr val="dk1"/>
              </a:buClr>
              <a:buSzPts val="1400"/>
              <a:buNone/>
              <a:defRPr sz="1400" b="0" i="0">
                <a:solidFill>
                  <a:schemeClr val="dk1"/>
                </a:solidFill>
                <a:latin typeface="DM Sans Light"/>
                <a:ea typeface="DM Sans Light"/>
                <a:cs typeface="DM Sans Light"/>
                <a:sym typeface="DM Sans Light"/>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4" name="Google Shape;84;p15"/>
          <p:cNvSpPr txBox="1">
            <a:spLocks noGrp="1"/>
          </p:cNvSpPr>
          <p:nvPr>
            <p:ph type="body" idx="26"/>
          </p:nvPr>
        </p:nvSpPr>
        <p:spPr>
          <a:xfrm>
            <a:off x="6894419" y="1367220"/>
            <a:ext cx="1934247" cy="227803"/>
          </a:xfrm>
          <a:prstGeom prst="rect">
            <a:avLst/>
          </a:prstGeom>
          <a:noFill/>
          <a:ln>
            <a:noFill/>
          </a:ln>
        </p:spPr>
        <p:txBody>
          <a:bodyPr spcFirstLastPara="1" wrap="square" lIns="68575" tIns="34275" rIns="68575" bIns="34275" anchor="ctr" anchorCtr="0">
            <a:spAutoFit/>
          </a:bodyPr>
          <a:lstStyle>
            <a:lvl1pPr marL="457200" lvl="0" indent="-228600" algn="l">
              <a:lnSpc>
                <a:spcPct val="70000"/>
              </a:lnSpc>
              <a:spcBef>
                <a:spcPts val="800"/>
              </a:spcBef>
              <a:spcAft>
                <a:spcPts val="0"/>
              </a:spcAft>
              <a:buClr>
                <a:schemeClr val="dk1"/>
              </a:buClr>
              <a:buSzPts val="1400"/>
              <a:buNone/>
              <a:defRPr sz="1400" b="0" i="0">
                <a:solidFill>
                  <a:schemeClr val="dk1"/>
                </a:solidFill>
                <a:latin typeface="DM Sans Light"/>
                <a:ea typeface="DM Sans Light"/>
                <a:cs typeface="DM Sans Light"/>
                <a:sym typeface="DM Sans Light"/>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5" name="Google Shape;85;p15"/>
          <p:cNvSpPr txBox="1">
            <a:spLocks noGrp="1"/>
          </p:cNvSpPr>
          <p:nvPr>
            <p:ph type="body" idx="27"/>
          </p:nvPr>
        </p:nvSpPr>
        <p:spPr>
          <a:xfrm>
            <a:off x="6894419" y="1921135"/>
            <a:ext cx="1934247" cy="227803"/>
          </a:xfrm>
          <a:prstGeom prst="rect">
            <a:avLst/>
          </a:prstGeom>
          <a:noFill/>
          <a:ln>
            <a:noFill/>
          </a:ln>
        </p:spPr>
        <p:txBody>
          <a:bodyPr spcFirstLastPara="1" wrap="square" lIns="68575" tIns="34275" rIns="68575" bIns="34275" anchor="ctr" anchorCtr="0">
            <a:spAutoFit/>
          </a:bodyPr>
          <a:lstStyle>
            <a:lvl1pPr marL="457200" lvl="0" indent="-228600" algn="l">
              <a:lnSpc>
                <a:spcPct val="70000"/>
              </a:lnSpc>
              <a:spcBef>
                <a:spcPts val="800"/>
              </a:spcBef>
              <a:spcAft>
                <a:spcPts val="0"/>
              </a:spcAft>
              <a:buClr>
                <a:schemeClr val="dk1"/>
              </a:buClr>
              <a:buSzPts val="1400"/>
              <a:buNone/>
              <a:defRPr sz="1400" b="0" i="0">
                <a:solidFill>
                  <a:schemeClr val="dk1"/>
                </a:solidFill>
                <a:latin typeface="DM Sans Light"/>
                <a:ea typeface="DM Sans Light"/>
                <a:cs typeface="DM Sans Light"/>
                <a:sym typeface="DM Sans Light"/>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6" name="Google Shape;86;p15"/>
          <p:cNvSpPr txBox="1">
            <a:spLocks noGrp="1"/>
          </p:cNvSpPr>
          <p:nvPr>
            <p:ph type="body" idx="28"/>
          </p:nvPr>
        </p:nvSpPr>
        <p:spPr>
          <a:xfrm>
            <a:off x="6894419" y="2435485"/>
            <a:ext cx="1934247" cy="227803"/>
          </a:xfrm>
          <a:prstGeom prst="rect">
            <a:avLst/>
          </a:prstGeom>
          <a:noFill/>
          <a:ln>
            <a:noFill/>
          </a:ln>
        </p:spPr>
        <p:txBody>
          <a:bodyPr spcFirstLastPara="1" wrap="square" lIns="68575" tIns="34275" rIns="68575" bIns="34275" anchor="ctr" anchorCtr="0">
            <a:spAutoFit/>
          </a:bodyPr>
          <a:lstStyle>
            <a:lvl1pPr marL="457200" lvl="0" indent="-228600" algn="l">
              <a:lnSpc>
                <a:spcPct val="70000"/>
              </a:lnSpc>
              <a:spcBef>
                <a:spcPts val="800"/>
              </a:spcBef>
              <a:spcAft>
                <a:spcPts val="0"/>
              </a:spcAft>
              <a:buClr>
                <a:schemeClr val="dk1"/>
              </a:buClr>
              <a:buSzPts val="1400"/>
              <a:buNone/>
              <a:defRPr sz="1400" b="0" i="0">
                <a:solidFill>
                  <a:schemeClr val="dk1"/>
                </a:solidFill>
                <a:latin typeface="DM Sans Light"/>
                <a:ea typeface="DM Sans Light"/>
                <a:cs typeface="DM Sans Light"/>
                <a:sym typeface="DM Sans Light"/>
              </a:defRPr>
            </a:lvl1pPr>
            <a:lvl2pPr marL="914400" lvl="1"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2pPr>
            <a:lvl3pPr marL="1371600" lvl="2"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3pPr>
            <a:lvl4pPr marL="1828800" lvl="3"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4pPr>
            <a:lvl5pPr marL="2286000" lvl="4" indent="-228600" algn="l">
              <a:lnSpc>
                <a:spcPct val="90000"/>
              </a:lnSpc>
              <a:spcBef>
                <a:spcPts val="400"/>
              </a:spcBef>
              <a:spcAft>
                <a:spcPts val="0"/>
              </a:spcAft>
              <a:buClr>
                <a:schemeClr val="dk1"/>
              </a:buClr>
              <a:buSzPts val="1400"/>
              <a:buNone/>
              <a:defRPr sz="1400">
                <a:solidFill>
                  <a:schemeClr val="dk1"/>
                </a:solidFill>
                <a:latin typeface="Arial"/>
                <a:ea typeface="Arial"/>
                <a:cs typeface="Arial"/>
                <a:sym typeface="Aria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7"/>
        <p:cNvGrpSpPr/>
        <p:nvPr/>
      </p:nvGrpSpPr>
      <p:grpSpPr>
        <a:xfrm>
          <a:off x="0" y="0"/>
          <a:ext cx="0" cy="0"/>
          <a:chOff x="0" y="0"/>
          <a:chExt cx="0" cy="0"/>
        </a:xfrm>
      </p:grpSpPr>
      <p:sp>
        <p:nvSpPr>
          <p:cNvPr id="88" name="Google Shape;88;p16"/>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9" name="Google Shape;89;p16"/>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90" name="Google Shape;90;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1" name="Google Shape;91;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3"/>
        <p:cNvGrpSpPr/>
        <p:nvPr/>
      </p:nvGrpSpPr>
      <p:grpSpPr>
        <a:xfrm>
          <a:off x="0" y="0"/>
          <a:ext cx="0" cy="0"/>
          <a:chOff x="0" y="0"/>
          <a:chExt cx="0" cy="0"/>
        </a:xfrm>
      </p:grpSpPr>
      <p:sp>
        <p:nvSpPr>
          <p:cNvPr id="94" name="Google Shape;94;p17"/>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5" name="Google Shape;95;p17"/>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6" name="Google Shape;96;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7" name="Google Shape;97;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1" name="Google Shape;101;p18"/>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57575"/>
              </a:buClr>
              <a:buSzPts val="1800"/>
              <a:buNone/>
              <a:defRPr sz="1800">
                <a:solidFill>
                  <a:srgbClr val="757575"/>
                </a:solidFill>
              </a:defRPr>
            </a:lvl1pPr>
            <a:lvl2pPr marL="914400" lvl="1" indent="-228600" algn="l">
              <a:lnSpc>
                <a:spcPct val="90000"/>
              </a:lnSpc>
              <a:spcBef>
                <a:spcPts val="400"/>
              </a:spcBef>
              <a:spcAft>
                <a:spcPts val="0"/>
              </a:spcAft>
              <a:buClr>
                <a:srgbClr val="757575"/>
              </a:buClr>
              <a:buSzPts val="1500"/>
              <a:buNone/>
              <a:defRPr sz="1500">
                <a:solidFill>
                  <a:srgbClr val="757575"/>
                </a:solidFill>
              </a:defRPr>
            </a:lvl2pPr>
            <a:lvl3pPr marL="1371600" lvl="2" indent="-228600" algn="l">
              <a:lnSpc>
                <a:spcPct val="90000"/>
              </a:lnSpc>
              <a:spcBef>
                <a:spcPts val="400"/>
              </a:spcBef>
              <a:spcAft>
                <a:spcPts val="0"/>
              </a:spcAft>
              <a:buClr>
                <a:srgbClr val="757575"/>
              </a:buClr>
              <a:buSzPts val="1400"/>
              <a:buNone/>
              <a:defRPr sz="1400">
                <a:solidFill>
                  <a:srgbClr val="757575"/>
                </a:solidFill>
              </a:defRPr>
            </a:lvl3pPr>
            <a:lvl4pPr marL="1828800" lvl="3" indent="-228600" algn="l">
              <a:lnSpc>
                <a:spcPct val="90000"/>
              </a:lnSpc>
              <a:spcBef>
                <a:spcPts val="400"/>
              </a:spcBef>
              <a:spcAft>
                <a:spcPts val="0"/>
              </a:spcAft>
              <a:buClr>
                <a:srgbClr val="757575"/>
              </a:buClr>
              <a:buSzPts val="1200"/>
              <a:buNone/>
              <a:defRPr sz="1200">
                <a:solidFill>
                  <a:srgbClr val="757575"/>
                </a:solidFill>
              </a:defRPr>
            </a:lvl4pPr>
            <a:lvl5pPr marL="2286000" lvl="4" indent="-228600" algn="l">
              <a:lnSpc>
                <a:spcPct val="90000"/>
              </a:lnSpc>
              <a:spcBef>
                <a:spcPts val="400"/>
              </a:spcBef>
              <a:spcAft>
                <a:spcPts val="0"/>
              </a:spcAft>
              <a:buClr>
                <a:srgbClr val="757575"/>
              </a:buClr>
              <a:buSzPts val="1200"/>
              <a:buNone/>
              <a:defRPr sz="1200">
                <a:solidFill>
                  <a:srgbClr val="757575"/>
                </a:solidFill>
              </a:defRPr>
            </a:lvl5pPr>
            <a:lvl6pPr marL="2743200" lvl="5" indent="-228600" algn="l">
              <a:lnSpc>
                <a:spcPct val="90000"/>
              </a:lnSpc>
              <a:spcBef>
                <a:spcPts val="400"/>
              </a:spcBef>
              <a:spcAft>
                <a:spcPts val="0"/>
              </a:spcAft>
              <a:buClr>
                <a:srgbClr val="757575"/>
              </a:buClr>
              <a:buSzPts val="1200"/>
              <a:buNone/>
              <a:defRPr sz="1200">
                <a:solidFill>
                  <a:srgbClr val="757575"/>
                </a:solidFill>
              </a:defRPr>
            </a:lvl6pPr>
            <a:lvl7pPr marL="3200400" lvl="6" indent="-228600" algn="l">
              <a:lnSpc>
                <a:spcPct val="90000"/>
              </a:lnSpc>
              <a:spcBef>
                <a:spcPts val="400"/>
              </a:spcBef>
              <a:spcAft>
                <a:spcPts val="0"/>
              </a:spcAft>
              <a:buClr>
                <a:srgbClr val="757575"/>
              </a:buClr>
              <a:buSzPts val="1200"/>
              <a:buNone/>
              <a:defRPr sz="1200">
                <a:solidFill>
                  <a:srgbClr val="757575"/>
                </a:solidFill>
              </a:defRPr>
            </a:lvl7pPr>
            <a:lvl8pPr marL="3657600" lvl="7" indent="-228600" algn="l">
              <a:lnSpc>
                <a:spcPct val="90000"/>
              </a:lnSpc>
              <a:spcBef>
                <a:spcPts val="400"/>
              </a:spcBef>
              <a:spcAft>
                <a:spcPts val="0"/>
              </a:spcAft>
              <a:buClr>
                <a:srgbClr val="757575"/>
              </a:buClr>
              <a:buSzPts val="1200"/>
              <a:buNone/>
              <a:defRPr sz="1200">
                <a:solidFill>
                  <a:srgbClr val="757575"/>
                </a:solidFill>
              </a:defRPr>
            </a:lvl8pPr>
            <a:lvl9pPr marL="4114800" lvl="8" indent="-228600" algn="l">
              <a:lnSpc>
                <a:spcPct val="90000"/>
              </a:lnSpc>
              <a:spcBef>
                <a:spcPts val="400"/>
              </a:spcBef>
              <a:spcAft>
                <a:spcPts val="0"/>
              </a:spcAft>
              <a:buClr>
                <a:srgbClr val="757575"/>
              </a:buClr>
              <a:buSzPts val="1200"/>
              <a:buNone/>
              <a:defRPr sz="1200">
                <a:solidFill>
                  <a:srgbClr val="757575"/>
                </a:solidFill>
              </a:defRPr>
            </a:lvl9pPr>
          </a:lstStyle>
          <a:p>
            <a:endParaRPr/>
          </a:p>
        </p:txBody>
      </p:sp>
      <p:sp>
        <p:nvSpPr>
          <p:cNvPr id="102" name="Google Shape;102;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3" name="Google Shape;103;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7" name="Google Shape;107;p19"/>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8" name="Google Shape;108;p19"/>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9" name="Google Shape;109;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0" name="Google Shape;110;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1" name="Google Shape;111;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4" name="Google Shape;114;p20"/>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15" name="Google Shape;115;p20"/>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6" name="Google Shape;116;p20"/>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17" name="Google Shape;117;p20"/>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8" name="Google Shape;118;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9" name="Google Shape;119;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0" name="Google Shape;120;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1"/>
        <p:cNvGrpSpPr/>
        <p:nvPr/>
      </p:nvGrpSpPr>
      <p:grpSpPr>
        <a:xfrm>
          <a:off x="0" y="0"/>
          <a:ext cx="0" cy="0"/>
          <a:chOff x="0" y="0"/>
          <a:chExt cx="0" cy="0"/>
        </a:xfrm>
      </p:grpSpPr>
      <p:sp>
        <p:nvSpPr>
          <p:cNvPr id="122" name="Google Shape;122;p2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3" name="Google Shape;123;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5" name="Google Shape;125;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6"/>
        <p:cNvGrpSpPr/>
        <p:nvPr/>
      </p:nvGrpSpPr>
      <p:grpSpPr>
        <a:xfrm>
          <a:off x="0" y="0"/>
          <a:ext cx="0" cy="0"/>
          <a:chOff x="0" y="0"/>
          <a:chExt cx="0" cy="0"/>
        </a:xfrm>
      </p:grpSpPr>
      <p:sp>
        <p:nvSpPr>
          <p:cNvPr id="127" name="Google Shape;127;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8" name="Google Shape;128;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9" name="Google Shape;129;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2" name="Google Shape;132;p23"/>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33" name="Google Shape;133;p23"/>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34" name="Google Shape;134;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5" name="Google Shape;135;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6" name="Google Shape;136;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9" name="Google Shape;139;p24"/>
          <p:cNvSpPr>
            <a:spLocks noGrp="1"/>
          </p:cNvSpPr>
          <p:nvPr>
            <p:ph type="pic" idx="2"/>
          </p:nvPr>
        </p:nvSpPr>
        <p:spPr>
          <a:xfrm>
            <a:off x="3887391" y="740569"/>
            <a:ext cx="4629150" cy="3655219"/>
          </a:xfrm>
          <a:prstGeom prst="rect">
            <a:avLst/>
          </a:prstGeom>
          <a:noFill/>
          <a:ln>
            <a:noFill/>
          </a:ln>
        </p:spPr>
      </p:sp>
      <p:sp>
        <p:nvSpPr>
          <p:cNvPr id="140" name="Google Shape;140;p24"/>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41" name="Google Shape;141;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2" name="Google Shape;142;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3" name="Google Shape;143;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4"/>
        <p:cNvGrpSpPr/>
        <p:nvPr/>
      </p:nvGrpSpPr>
      <p:grpSpPr>
        <a:xfrm>
          <a:off x="0" y="0"/>
          <a:ext cx="0" cy="0"/>
          <a:chOff x="0" y="0"/>
          <a:chExt cx="0" cy="0"/>
        </a:xfrm>
      </p:grpSpPr>
      <p:sp>
        <p:nvSpPr>
          <p:cNvPr id="145" name="Google Shape;145;p25"/>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46" name="Google Shape;146;p25"/>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7" name="Google Shape;147;p2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8" name="Google Shape;148;p2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9" name="Google Shape;149;p2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0"/>
        <p:cNvGrpSpPr/>
        <p:nvPr/>
      </p:nvGrpSpPr>
      <p:grpSpPr>
        <a:xfrm>
          <a:off x="0" y="0"/>
          <a:ext cx="0" cy="0"/>
          <a:chOff x="0" y="0"/>
          <a:chExt cx="0" cy="0"/>
        </a:xfrm>
      </p:grpSpPr>
      <p:sp>
        <p:nvSpPr>
          <p:cNvPr id="151" name="Google Shape;151;p26"/>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2" name="Google Shape;152;p2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3" name="Google Shape;153;p2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4" name="Google Shape;154;p2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5" name="Google Shape;155;p2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Play"/>
              <a:buNone/>
              <a:defRPr sz="3300" b="0" i="0" u="none" strike="noStrike" cap="non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757575"/>
                </a:solidFill>
                <a:latin typeface="Arial"/>
                <a:ea typeface="Arial"/>
                <a:cs typeface="Arial"/>
                <a:sym typeface="Arial"/>
              </a:defRPr>
            </a:lvl1pPr>
            <a:lvl2pPr marL="0" marR="0" lvl="1" indent="0" algn="r" rtl="0">
              <a:spcBef>
                <a:spcPts val="0"/>
              </a:spcBef>
              <a:buNone/>
              <a:defRPr sz="900" b="0" i="0" u="none" strike="noStrike" cap="none">
                <a:solidFill>
                  <a:srgbClr val="757575"/>
                </a:solidFill>
                <a:latin typeface="Arial"/>
                <a:ea typeface="Arial"/>
                <a:cs typeface="Arial"/>
                <a:sym typeface="Arial"/>
              </a:defRPr>
            </a:lvl2pPr>
            <a:lvl3pPr marL="0" marR="0" lvl="2" indent="0" algn="r" rtl="0">
              <a:spcBef>
                <a:spcPts val="0"/>
              </a:spcBef>
              <a:buNone/>
              <a:defRPr sz="900" b="0" i="0" u="none" strike="noStrike" cap="none">
                <a:solidFill>
                  <a:srgbClr val="757575"/>
                </a:solidFill>
                <a:latin typeface="Arial"/>
                <a:ea typeface="Arial"/>
                <a:cs typeface="Arial"/>
                <a:sym typeface="Arial"/>
              </a:defRPr>
            </a:lvl3pPr>
            <a:lvl4pPr marL="0" marR="0" lvl="3" indent="0" algn="r" rtl="0">
              <a:spcBef>
                <a:spcPts val="0"/>
              </a:spcBef>
              <a:buNone/>
              <a:defRPr sz="900" b="0" i="0" u="none" strike="noStrike" cap="none">
                <a:solidFill>
                  <a:srgbClr val="757575"/>
                </a:solidFill>
                <a:latin typeface="Arial"/>
                <a:ea typeface="Arial"/>
                <a:cs typeface="Arial"/>
                <a:sym typeface="Arial"/>
              </a:defRPr>
            </a:lvl4pPr>
            <a:lvl5pPr marL="0" marR="0" lvl="4" indent="0" algn="r" rtl="0">
              <a:spcBef>
                <a:spcPts val="0"/>
              </a:spcBef>
              <a:buNone/>
              <a:defRPr sz="900" b="0" i="0" u="none" strike="noStrike" cap="none">
                <a:solidFill>
                  <a:srgbClr val="757575"/>
                </a:solidFill>
                <a:latin typeface="Arial"/>
                <a:ea typeface="Arial"/>
                <a:cs typeface="Arial"/>
                <a:sym typeface="Arial"/>
              </a:defRPr>
            </a:lvl5pPr>
            <a:lvl6pPr marL="0" marR="0" lvl="5" indent="0" algn="r" rtl="0">
              <a:spcBef>
                <a:spcPts val="0"/>
              </a:spcBef>
              <a:buNone/>
              <a:defRPr sz="900" b="0" i="0" u="none" strike="noStrike" cap="none">
                <a:solidFill>
                  <a:srgbClr val="757575"/>
                </a:solidFill>
                <a:latin typeface="Arial"/>
                <a:ea typeface="Arial"/>
                <a:cs typeface="Arial"/>
                <a:sym typeface="Arial"/>
              </a:defRPr>
            </a:lvl6pPr>
            <a:lvl7pPr marL="0" marR="0" lvl="6" indent="0" algn="r" rtl="0">
              <a:spcBef>
                <a:spcPts val="0"/>
              </a:spcBef>
              <a:buNone/>
              <a:defRPr sz="900" b="0" i="0" u="none" strike="noStrike" cap="none">
                <a:solidFill>
                  <a:srgbClr val="757575"/>
                </a:solidFill>
                <a:latin typeface="Arial"/>
                <a:ea typeface="Arial"/>
                <a:cs typeface="Arial"/>
                <a:sym typeface="Arial"/>
              </a:defRPr>
            </a:lvl7pPr>
            <a:lvl8pPr marL="0" marR="0" lvl="7" indent="0" algn="r" rtl="0">
              <a:spcBef>
                <a:spcPts val="0"/>
              </a:spcBef>
              <a:buNone/>
              <a:defRPr sz="900" b="0" i="0" u="none" strike="noStrike" cap="none">
                <a:solidFill>
                  <a:srgbClr val="757575"/>
                </a:solidFill>
                <a:latin typeface="Arial"/>
                <a:ea typeface="Arial"/>
                <a:cs typeface="Arial"/>
                <a:sym typeface="Arial"/>
              </a:defRPr>
            </a:lvl8pPr>
            <a:lvl9pPr marL="0" marR="0" lvl="8" indent="0" algn="r" rtl="0">
              <a:spcBef>
                <a:spcPts val="0"/>
              </a:spcBef>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72C4E9"/>
            </a:gs>
            <a:gs pos="74000">
              <a:srgbClr val="72C4E9"/>
            </a:gs>
            <a:gs pos="83000">
              <a:srgbClr val="72C4E9"/>
            </a:gs>
            <a:gs pos="100000">
              <a:srgbClr val="A0D7F0"/>
            </a:gs>
          </a:gsLst>
          <a:lin ang="5400000" scaled="0"/>
        </a:gradFill>
        <a:effectLst/>
      </p:bgPr>
    </p:bg>
    <p:spTree>
      <p:nvGrpSpPr>
        <p:cNvPr id="1" name="Shape 160"/>
        <p:cNvGrpSpPr/>
        <p:nvPr/>
      </p:nvGrpSpPr>
      <p:grpSpPr>
        <a:xfrm>
          <a:off x="0" y="0"/>
          <a:ext cx="0" cy="0"/>
          <a:chOff x="0" y="0"/>
          <a:chExt cx="0" cy="0"/>
        </a:xfrm>
      </p:grpSpPr>
      <p:sp>
        <p:nvSpPr>
          <p:cNvPr id="161" name="Google Shape;161;p27"/>
          <p:cNvSpPr txBox="1">
            <a:spLocks noGrp="1"/>
          </p:cNvSpPr>
          <p:nvPr>
            <p:ph type="body" idx="2"/>
          </p:nvPr>
        </p:nvSpPr>
        <p:spPr>
          <a:xfrm>
            <a:off x="2146300" y="1378150"/>
            <a:ext cx="4851300" cy="1584900"/>
          </a:xfrm>
          <a:prstGeom prst="rect">
            <a:avLst/>
          </a:prstGeom>
          <a:noFill/>
          <a:ln>
            <a:noFill/>
          </a:ln>
        </p:spPr>
        <p:txBody>
          <a:bodyPr spcFirstLastPara="1" wrap="square" lIns="68575" tIns="34275" rIns="68575" bIns="34275" anchor="t" anchorCtr="0">
            <a:spAutoFit/>
          </a:bodyPr>
          <a:lstStyle/>
          <a:p>
            <a:pPr marL="0" lvl="0" indent="0" algn="ctr" rtl="0">
              <a:lnSpc>
                <a:spcPct val="90000"/>
              </a:lnSpc>
              <a:spcBef>
                <a:spcPts val="0"/>
              </a:spcBef>
              <a:spcAft>
                <a:spcPts val="0"/>
              </a:spcAft>
              <a:buClr>
                <a:schemeClr val="lt1"/>
              </a:buClr>
              <a:buSzPts val="6000"/>
              <a:buNone/>
            </a:pPr>
            <a:r>
              <a:rPr lang="en" sz="5100" dirty="0">
                <a:solidFill>
                  <a:schemeClr val="lt1"/>
                </a:solidFill>
                <a:latin typeface="Playfair Display ExtraBold"/>
                <a:ea typeface="Playfair Display ExtraBold"/>
                <a:cs typeface="Playfair Display ExtraBold"/>
                <a:sym typeface="Playfair Display ExtraBold"/>
              </a:rPr>
              <a:t>DOOMSDAY</a:t>
            </a:r>
            <a:endParaRPr sz="5100" dirty="0">
              <a:solidFill>
                <a:schemeClr val="lt1"/>
              </a:solidFill>
              <a:latin typeface="Playfair Display ExtraBold"/>
              <a:ea typeface="Playfair Display ExtraBold"/>
              <a:cs typeface="Playfair Display ExtraBold"/>
              <a:sym typeface="Playfair Display ExtraBold"/>
            </a:endParaRPr>
          </a:p>
          <a:p>
            <a:pPr marL="0" lvl="0" indent="0" algn="ctr" rtl="0">
              <a:lnSpc>
                <a:spcPct val="90000"/>
              </a:lnSpc>
              <a:spcBef>
                <a:spcPts val="800"/>
              </a:spcBef>
              <a:spcAft>
                <a:spcPts val="0"/>
              </a:spcAft>
              <a:buClr>
                <a:schemeClr val="lt1"/>
              </a:buClr>
              <a:buSzPts val="6000"/>
              <a:buNone/>
            </a:pPr>
            <a:r>
              <a:rPr lang="en" sz="5100" dirty="0">
                <a:solidFill>
                  <a:schemeClr val="lt1"/>
                </a:solidFill>
                <a:latin typeface="Playfair Display ExtraBold"/>
                <a:ea typeface="Playfair Display ExtraBold"/>
                <a:cs typeface="Playfair Display ExtraBold"/>
                <a:sym typeface="Playfair Display ExtraBold"/>
              </a:rPr>
              <a:t>HACKATHON</a:t>
            </a:r>
            <a:endParaRPr sz="5100" dirty="0">
              <a:latin typeface="Playfair Display ExtraBold"/>
              <a:ea typeface="Playfair Display ExtraBold"/>
              <a:cs typeface="Playfair Display ExtraBold"/>
              <a:sym typeface="Playfair Display ExtraBold"/>
            </a:endParaRPr>
          </a:p>
        </p:txBody>
      </p:sp>
      <p:sp>
        <p:nvSpPr>
          <p:cNvPr id="162" name="Google Shape;162;p27"/>
          <p:cNvSpPr txBox="1"/>
          <p:nvPr/>
        </p:nvSpPr>
        <p:spPr>
          <a:xfrm>
            <a:off x="488864" y="-193239"/>
            <a:ext cx="4573544" cy="90024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chemeClr val="dk1"/>
              </a:buClr>
              <a:buSzPts val="1400"/>
              <a:buFont typeface="Arial Black"/>
              <a:buNone/>
            </a:pPr>
            <a:br>
              <a:rPr lang="en" sz="1400" b="0" i="0" u="none" strike="noStrike" cap="none">
                <a:solidFill>
                  <a:schemeClr val="dk1"/>
                </a:solidFill>
                <a:latin typeface="Arial Black"/>
                <a:ea typeface="Arial Black"/>
                <a:cs typeface="Arial Black"/>
                <a:sym typeface="Arial Black"/>
              </a:rPr>
            </a:br>
            <a:endParaRPr sz="1400" b="0" i="0" u="none" strike="noStrike" cap="none">
              <a:solidFill>
                <a:schemeClr val="dk1"/>
              </a:solidFill>
              <a:latin typeface="Arial Black"/>
              <a:ea typeface="Arial Black"/>
              <a:cs typeface="Arial Black"/>
              <a:sym typeface="Arial Black"/>
            </a:endParaRPr>
          </a:p>
          <a:p>
            <a:pPr marL="0" marR="0" lvl="0" indent="0" algn="l" rtl="0">
              <a:spcBef>
                <a:spcPts val="0"/>
              </a:spcBef>
              <a:spcAft>
                <a:spcPts val="0"/>
              </a:spcAft>
              <a:buClr>
                <a:schemeClr val="dk1"/>
              </a:buClr>
              <a:buSzPts val="1400"/>
              <a:buFont typeface="Arial Black"/>
              <a:buNone/>
            </a:pPr>
            <a:br>
              <a:rPr lang="en" sz="1400" b="0" i="0" u="none" strike="noStrike" cap="none">
                <a:solidFill>
                  <a:schemeClr val="dk1"/>
                </a:solidFill>
                <a:latin typeface="Arial Black"/>
                <a:ea typeface="Arial Black"/>
                <a:cs typeface="Arial Black"/>
                <a:sym typeface="Arial Black"/>
              </a:rPr>
            </a:br>
            <a:endParaRPr sz="1400" b="0" i="0" u="none" strike="noStrike" cap="none">
              <a:solidFill>
                <a:schemeClr val="dk1"/>
              </a:solidFill>
              <a:latin typeface="Arial Black"/>
              <a:ea typeface="Arial Black"/>
              <a:cs typeface="Arial Black"/>
              <a:sym typeface="Arial Black"/>
            </a:endParaRPr>
          </a:p>
        </p:txBody>
      </p:sp>
      <p:sp>
        <p:nvSpPr>
          <p:cNvPr id="163" name="Google Shape;163;p27"/>
          <p:cNvSpPr txBox="1"/>
          <p:nvPr/>
        </p:nvSpPr>
        <p:spPr>
          <a:xfrm>
            <a:off x="4069800" y="3333875"/>
            <a:ext cx="2848500" cy="438600"/>
          </a:xfrm>
          <a:prstGeom prst="rect">
            <a:avLst/>
          </a:prstGeom>
          <a:noFill/>
          <a:ln>
            <a:noFill/>
          </a:ln>
        </p:spPr>
        <p:txBody>
          <a:bodyPr spcFirstLastPara="1" wrap="square" lIns="57150" tIns="34275" rIns="68575" bIns="34275" anchor="t" anchorCtr="0">
            <a:spAutoFit/>
          </a:bodyPr>
          <a:lstStyle/>
          <a:p>
            <a:pPr marL="0" marR="0" lvl="0" indent="0" algn="l" rtl="0">
              <a:spcBef>
                <a:spcPts val="0"/>
              </a:spcBef>
              <a:spcAft>
                <a:spcPts val="0"/>
              </a:spcAft>
              <a:buNone/>
            </a:pPr>
            <a:r>
              <a:rPr lang="en" sz="2400" b="1" i="0" u="none" strike="noStrike" cap="none">
                <a:solidFill>
                  <a:schemeClr val="lt1"/>
                </a:solidFill>
                <a:latin typeface="Playfair Display"/>
                <a:ea typeface="Playfair Display"/>
                <a:cs typeface="Playfair Display"/>
                <a:sym typeface="Playfair Display"/>
              </a:rPr>
              <a:t>ACM SIGCHI SRM</a:t>
            </a:r>
            <a:endParaRPr sz="2400" b="1">
              <a:solidFill>
                <a:schemeClr val="lt1"/>
              </a:solidFill>
              <a:latin typeface="Playfair Display"/>
              <a:ea typeface="Playfair Display"/>
              <a:cs typeface="Playfair Display"/>
              <a:sym typeface="Playfair Display"/>
            </a:endParaRPr>
          </a:p>
        </p:txBody>
      </p:sp>
      <p:sp>
        <p:nvSpPr>
          <p:cNvPr id="164" name="Google Shape;164;p27"/>
          <p:cNvSpPr txBox="1"/>
          <p:nvPr/>
        </p:nvSpPr>
        <p:spPr>
          <a:xfrm>
            <a:off x="1462683" y="4425554"/>
            <a:ext cx="138548" cy="27699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pic>
        <p:nvPicPr>
          <p:cNvPr id="165" name="Google Shape;165;p27"/>
          <p:cNvPicPr preferRelativeResize="0"/>
          <p:nvPr/>
        </p:nvPicPr>
        <p:blipFill rotWithShape="1">
          <a:blip r:embed="rId3">
            <a:alphaModFix/>
          </a:blip>
          <a:srcRect/>
          <a:stretch/>
        </p:blipFill>
        <p:spPr>
          <a:xfrm>
            <a:off x="2924250" y="3110478"/>
            <a:ext cx="1049086" cy="88049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69"/>
        <p:cNvGrpSpPr/>
        <p:nvPr/>
      </p:nvGrpSpPr>
      <p:grpSpPr>
        <a:xfrm>
          <a:off x="0" y="0"/>
          <a:ext cx="0" cy="0"/>
          <a:chOff x="0" y="0"/>
          <a:chExt cx="0" cy="0"/>
        </a:xfrm>
      </p:grpSpPr>
      <p:sp>
        <p:nvSpPr>
          <p:cNvPr id="170" name="Google Shape;170;p28"/>
          <p:cNvSpPr txBox="1"/>
          <p:nvPr/>
        </p:nvSpPr>
        <p:spPr>
          <a:xfrm>
            <a:off x="105861" y="293781"/>
            <a:ext cx="8800200" cy="5619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3200">
                <a:solidFill>
                  <a:schemeClr val="lt1"/>
                </a:solidFill>
                <a:latin typeface="Playfair Display ExtraBold"/>
                <a:ea typeface="Playfair Display ExtraBold"/>
                <a:cs typeface="Playfair Display ExtraBold"/>
                <a:sym typeface="Playfair Display ExtraBold"/>
              </a:rPr>
              <a:t>THE AVENGERS ASSEMBLE</a:t>
            </a:r>
            <a:endParaRPr sz="3200">
              <a:solidFill>
                <a:schemeClr val="lt1"/>
              </a:solidFill>
              <a:latin typeface="Playfair Display ExtraBold"/>
              <a:ea typeface="Playfair Display ExtraBold"/>
              <a:cs typeface="Playfair Display ExtraBold"/>
              <a:sym typeface="Playfair Display ExtraBold"/>
            </a:endParaRPr>
          </a:p>
        </p:txBody>
      </p:sp>
      <p:sp>
        <p:nvSpPr>
          <p:cNvPr id="171" name="Google Shape;171;p28"/>
          <p:cNvSpPr txBox="1"/>
          <p:nvPr/>
        </p:nvSpPr>
        <p:spPr>
          <a:xfrm>
            <a:off x="1374709" y="1959428"/>
            <a:ext cx="6568750" cy="900216"/>
          </a:xfrm>
          <a:prstGeom prst="rect">
            <a:avLst/>
          </a:prstGeom>
          <a:noFill/>
          <a:ln>
            <a:noFill/>
          </a:ln>
        </p:spPr>
        <p:txBody>
          <a:bodyPr spcFirstLastPara="1" wrap="square" lIns="68575" tIns="34275" rIns="68575" bIns="34275" anchor="t" anchorCtr="0">
            <a:spAutoFit/>
          </a:bodyPr>
          <a:lstStyle/>
          <a:p>
            <a:pPr marL="12700" marR="0" lvl="0" indent="0" algn="l" rtl="0">
              <a:lnSpc>
                <a:spcPct val="100000"/>
              </a:lnSpc>
              <a:spcBef>
                <a:spcPts val="0"/>
              </a:spcBef>
              <a:spcAft>
                <a:spcPts val="0"/>
              </a:spcAft>
              <a:buNone/>
            </a:pPr>
            <a:r>
              <a:rPr lang="en" sz="1800" b="1" dirty="0">
                <a:solidFill>
                  <a:schemeClr val="lt1"/>
                </a:solidFill>
                <a:latin typeface="Playfair Display"/>
                <a:ea typeface="Playfair Display"/>
                <a:cs typeface="Playfair Display"/>
                <a:sym typeface="Playfair Display"/>
              </a:rPr>
              <a:t>TEAM NAME : </a:t>
            </a:r>
            <a:r>
              <a:rPr lang="en" sz="1800" b="1" dirty="0">
                <a:solidFill>
                  <a:schemeClr val="accent6">
                    <a:lumMod val="40000"/>
                    <a:lumOff val="60000"/>
                  </a:schemeClr>
                </a:solidFill>
                <a:latin typeface="Playfair Display"/>
                <a:ea typeface="Playfair Display"/>
                <a:cs typeface="Playfair Display"/>
                <a:sym typeface="Playfair Display"/>
              </a:rPr>
              <a:t>Zenera </a:t>
            </a:r>
            <a:endParaRPr sz="1800" b="1" dirty="0">
              <a:solidFill>
                <a:schemeClr val="accent6">
                  <a:lumMod val="40000"/>
                  <a:lumOff val="60000"/>
                </a:schemeClr>
              </a:solidFill>
              <a:latin typeface="Playfair Display"/>
              <a:ea typeface="Playfair Display"/>
              <a:cs typeface="Playfair Display"/>
              <a:sym typeface="Playfair Display"/>
            </a:endParaRPr>
          </a:p>
          <a:p>
            <a:pPr marL="12700" marR="0" lvl="0" indent="0" algn="l" rtl="0">
              <a:lnSpc>
                <a:spcPct val="100000"/>
              </a:lnSpc>
              <a:spcBef>
                <a:spcPts val="0"/>
              </a:spcBef>
              <a:spcAft>
                <a:spcPts val="0"/>
              </a:spcAft>
              <a:buNone/>
            </a:pPr>
            <a:r>
              <a:rPr lang="en" sz="1800" b="1" dirty="0">
                <a:solidFill>
                  <a:schemeClr val="lt1"/>
                </a:solidFill>
                <a:latin typeface="Playfair Display"/>
                <a:ea typeface="Playfair Display"/>
                <a:cs typeface="Playfair Display"/>
                <a:sym typeface="Playfair Display"/>
              </a:rPr>
              <a:t>TEAM LEAD NAME : </a:t>
            </a:r>
            <a:r>
              <a:rPr lang="en" sz="1800" b="1" dirty="0">
                <a:solidFill>
                  <a:schemeClr val="accent6">
                    <a:lumMod val="40000"/>
                    <a:lumOff val="60000"/>
                  </a:schemeClr>
                </a:solidFill>
                <a:latin typeface="Playfair Display"/>
                <a:ea typeface="Playfair Display"/>
                <a:cs typeface="Playfair Display"/>
                <a:sym typeface="Playfair Display"/>
              </a:rPr>
              <a:t>M</a:t>
            </a:r>
            <a:r>
              <a:rPr lang="en-IN" sz="1800" b="1" dirty="0">
                <a:solidFill>
                  <a:schemeClr val="accent6">
                    <a:lumMod val="40000"/>
                    <a:lumOff val="60000"/>
                  </a:schemeClr>
                </a:solidFill>
                <a:latin typeface="Playfair Display"/>
                <a:ea typeface="Playfair Display"/>
                <a:cs typeface="Playfair Display"/>
                <a:sym typeface="Playfair Display"/>
              </a:rPr>
              <a:t>a</a:t>
            </a:r>
            <a:r>
              <a:rPr lang="en" sz="1800" b="1" dirty="0">
                <a:solidFill>
                  <a:schemeClr val="accent6">
                    <a:lumMod val="40000"/>
                    <a:lumOff val="60000"/>
                  </a:schemeClr>
                </a:solidFill>
                <a:latin typeface="Playfair Display"/>
                <a:ea typeface="Playfair Display"/>
                <a:cs typeface="Playfair Display"/>
                <a:sym typeface="Playfair Display"/>
              </a:rPr>
              <a:t>than Kumar P </a:t>
            </a:r>
            <a:endParaRPr sz="1800" b="1" dirty="0">
              <a:solidFill>
                <a:schemeClr val="accent6">
                  <a:lumMod val="40000"/>
                  <a:lumOff val="60000"/>
                </a:schemeClr>
              </a:solidFill>
              <a:latin typeface="Playfair Display"/>
              <a:ea typeface="Playfair Display"/>
              <a:cs typeface="Playfair Display"/>
              <a:sym typeface="Playfair Display"/>
            </a:endParaRPr>
          </a:p>
          <a:p>
            <a:pPr marL="12700" lvl="0"/>
            <a:r>
              <a:rPr lang="en" sz="1800" b="1" dirty="0">
                <a:solidFill>
                  <a:schemeClr val="lt1"/>
                </a:solidFill>
                <a:latin typeface="Playfair Display"/>
                <a:ea typeface="Playfair Display"/>
                <a:cs typeface="Playfair Display"/>
                <a:sym typeface="Playfair Display"/>
              </a:rPr>
              <a:t>TRACK CHOSEN : </a:t>
            </a:r>
            <a:r>
              <a:rPr lang="en-IN" sz="1800" b="1" dirty="0">
                <a:solidFill>
                  <a:schemeClr val="accent6">
                    <a:lumMod val="40000"/>
                    <a:lumOff val="60000"/>
                  </a:schemeClr>
                </a:solidFill>
              </a:rPr>
              <a:t>MedTech – AI Agents &amp; Automation</a:t>
            </a:r>
            <a:endParaRPr sz="1800" b="1" dirty="0">
              <a:solidFill>
                <a:schemeClr val="accent6">
                  <a:lumMod val="40000"/>
                  <a:lumOff val="60000"/>
                </a:schemeClr>
              </a:solidFill>
              <a:latin typeface="Playfair Display"/>
              <a:ea typeface="Playfair Display"/>
              <a:cs typeface="Playfair Display"/>
              <a:sym typeface="Playfair Display"/>
            </a:endParaRPr>
          </a:p>
        </p:txBody>
      </p:sp>
      <p:pic>
        <p:nvPicPr>
          <p:cNvPr id="172" name="Google Shape;172;p28"/>
          <p:cNvPicPr preferRelativeResize="0"/>
          <p:nvPr/>
        </p:nvPicPr>
        <p:blipFill rotWithShape="1">
          <a:blip r:embed="rId3">
            <a:alphaModFix/>
          </a:blip>
          <a:srcRect/>
          <a:stretch/>
        </p:blipFill>
        <p:spPr>
          <a:xfrm>
            <a:off x="0" y="0"/>
            <a:ext cx="1129202" cy="94773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76"/>
        <p:cNvGrpSpPr/>
        <p:nvPr/>
      </p:nvGrpSpPr>
      <p:grpSpPr>
        <a:xfrm>
          <a:off x="0" y="0"/>
          <a:ext cx="0" cy="0"/>
          <a:chOff x="0" y="0"/>
          <a:chExt cx="0" cy="0"/>
        </a:xfrm>
      </p:grpSpPr>
      <p:sp>
        <p:nvSpPr>
          <p:cNvPr id="177" name="Google Shape;177;p29"/>
          <p:cNvSpPr txBox="1"/>
          <p:nvPr/>
        </p:nvSpPr>
        <p:spPr>
          <a:xfrm>
            <a:off x="171911" y="282258"/>
            <a:ext cx="8800200" cy="5619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3200">
                <a:solidFill>
                  <a:schemeClr val="lt1"/>
                </a:solidFill>
                <a:latin typeface="Playfair Display ExtraBold"/>
                <a:ea typeface="Playfair Display ExtraBold"/>
                <a:cs typeface="Playfair Display ExtraBold"/>
                <a:sym typeface="Playfair Display ExtraBold"/>
              </a:rPr>
              <a:t>PROBLEM STATEMENT</a:t>
            </a:r>
            <a:endParaRPr sz="3200">
              <a:solidFill>
                <a:schemeClr val="lt1"/>
              </a:solidFill>
              <a:latin typeface="Playfair Display ExtraBold"/>
              <a:ea typeface="Playfair Display ExtraBold"/>
              <a:cs typeface="Playfair Display ExtraBold"/>
              <a:sym typeface="Playfair Display ExtraBold"/>
            </a:endParaRPr>
          </a:p>
        </p:txBody>
      </p:sp>
      <p:sp>
        <p:nvSpPr>
          <p:cNvPr id="178" name="Google Shape;178;p29"/>
          <p:cNvSpPr txBox="1"/>
          <p:nvPr/>
        </p:nvSpPr>
        <p:spPr>
          <a:xfrm>
            <a:off x="268224" y="1126416"/>
            <a:ext cx="8703887" cy="3516317"/>
          </a:xfrm>
          <a:prstGeom prst="rect">
            <a:avLst/>
          </a:prstGeom>
          <a:noFill/>
          <a:ln>
            <a:noFill/>
          </a:ln>
        </p:spPr>
        <p:txBody>
          <a:bodyPr spcFirstLastPara="1" wrap="square" lIns="68575" tIns="34275" rIns="68575" bIns="34275" anchor="t" anchorCtr="0">
            <a:spAutoFit/>
          </a:bodyPr>
          <a:lstStyle/>
          <a:p>
            <a:pPr marL="127000" marR="0" lvl="0" algn="l" rtl="0">
              <a:spcBef>
                <a:spcPts val="0"/>
              </a:spcBef>
              <a:spcAft>
                <a:spcPts val="0"/>
              </a:spcAft>
              <a:buClr>
                <a:schemeClr val="lt1"/>
              </a:buClr>
              <a:buSzPts val="1600"/>
            </a:pPr>
            <a:r>
              <a:rPr lang="en" sz="1600" b="1" dirty="0">
                <a:solidFill>
                  <a:schemeClr val="accent6">
                    <a:lumMod val="40000"/>
                    <a:lumOff val="60000"/>
                  </a:schemeClr>
                </a:solidFill>
                <a:latin typeface="Playfair Display"/>
                <a:ea typeface="Playfair Display"/>
                <a:cs typeface="Playfair Display"/>
                <a:sym typeface="Playfair Display"/>
              </a:rPr>
              <a:t>WHAT REAL-WORLD PROBLEM ARE YOU ADDRESSING</a:t>
            </a:r>
          </a:p>
          <a:p>
            <a:pPr marL="412750" lvl="0" indent="-285750">
              <a:buClr>
                <a:schemeClr val="lt1"/>
              </a:buClr>
              <a:buSzPts val="1600"/>
              <a:buFont typeface="Arial" panose="020B0604020202020204" pitchFamily="34" charset="0"/>
              <a:buChar char="•"/>
            </a:pPr>
            <a:r>
              <a:rPr lang="en-IN" sz="1600" dirty="0">
                <a:solidFill>
                  <a:schemeClr val="bg1"/>
                </a:solidFill>
              </a:rPr>
              <a:t>Medical AI today has no memory. Every report is analysed in isolation, so slow health decline goes unnoticed until it becomes an emergency. Follow ups and drug checks are still manual</a:t>
            </a:r>
          </a:p>
          <a:p>
            <a:pPr marL="127000" lvl="0">
              <a:buClr>
                <a:schemeClr val="lt1"/>
              </a:buClr>
              <a:buSzPts val="1600"/>
            </a:pPr>
            <a:r>
              <a:rPr lang="en" sz="1600" b="1" dirty="0">
                <a:solidFill>
                  <a:schemeClr val="accent6">
                    <a:lumMod val="40000"/>
                    <a:lumOff val="60000"/>
                  </a:schemeClr>
                </a:solidFill>
                <a:latin typeface="Playfair Display"/>
                <a:ea typeface="Playfair Display"/>
                <a:cs typeface="Playfair Display"/>
                <a:sym typeface="Playfair Display"/>
              </a:rPr>
              <a:t>WHO IS AFFECTED BY THIS PROBLEM </a:t>
            </a:r>
          </a:p>
          <a:p>
            <a:pPr marL="412750" lvl="0" indent="-285750">
              <a:buClr>
                <a:schemeClr val="lt1"/>
              </a:buClr>
              <a:buSzPts val="1600"/>
              <a:buFont typeface="Arial" panose="020B0604020202020204" pitchFamily="34" charset="0"/>
              <a:buChar char="•"/>
            </a:pPr>
            <a:r>
              <a:rPr lang="en-IN" sz="1600" dirty="0">
                <a:solidFill>
                  <a:schemeClr val="bg1"/>
                </a:solidFill>
              </a:rPr>
              <a:t>Patients with chronic conditions (diabetes, hypertension, kidney disease), overloaded doctors and labs, and rural clinics with no specialists</a:t>
            </a:r>
          </a:p>
          <a:p>
            <a:pPr marL="127000" lvl="0">
              <a:buClr>
                <a:schemeClr val="lt1"/>
              </a:buClr>
              <a:buSzPts val="1600"/>
            </a:pPr>
            <a:r>
              <a:rPr lang="en" sz="1600" b="1" dirty="0">
                <a:solidFill>
                  <a:schemeClr val="accent6">
                    <a:lumMod val="40000"/>
                    <a:lumOff val="60000"/>
                  </a:schemeClr>
                </a:solidFill>
                <a:latin typeface="Playfair Display"/>
                <a:ea typeface="Playfair Display"/>
                <a:cs typeface="Playfair Display"/>
                <a:sym typeface="Playfair Display"/>
              </a:rPr>
              <a:t>WHY DOES THE PROBLEM MATTER</a:t>
            </a:r>
          </a:p>
          <a:p>
            <a:pPr marL="412750" lvl="0" indent="-285750">
              <a:buClr>
                <a:schemeClr val="lt1"/>
              </a:buClr>
              <a:buSzPts val="1600"/>
              <a:buFont typeface="Arial" panose="020B0604020202020204" pitchFamily="34" charset="0"/>
              <a:buChar char="•"/>
            </a:pPr>
            <a:r>
              <a:rPr lang="en-IN" sz="1600" dirty="0">
                <a:solidFill>
                  <a:schemeClr val="bg1"/>
                </a:solidFill>
              </a:rPr>
              <a:t>Patients with chronic conditions (diabetes, hypertension, kidney disease), overloaded doctors and labs, and rural clinics with no specialists</a:t>
            </a:r>
          </a:p>
          <a:p>
            <a:pPr marL="127000" lvl="0">
              <a:buClr>
                <a:schemeClr val="lt1"/>
              </a:buClr>
              <a:buSzPts val="1600"/>
            </a:pPr>
            <a:r>
              <a:rPr lang="en-IN" sz="1600" b="1" dirty="0">
                <a:solidFill>
                  <a:schemeClr val="accent6">
                    <a:lumMod val="40000"/>
                    <a:lumOff val="60000"/>
                  </a:schemeClr>
                </a:solidFill>
                <a:latin typeface="Playfair Display"/>
                <a:ea typeface="Playfair Display"/>
                <a:cs typeface="Playfair Display"/>
                <a:sym typeface="Playfair Display"/>
              </a:rPr>
              <a:t>WHAT MAKES THE PROBLEM URGENT OR WORTH SOLVING </a:t>
            </a:r>
          </a:p>
          <a:p>
            <a:pPr marL="412750" lvl="0" indent="-285750">
              <a:buClr>
                <a:schemeClr val="lt1"/>
              </a:buClr>
              <a:buSzPts val="1600"/>
              <a:buFont typeface="Arial" panose="020B0604020202020204" pitchFamily="34" charset="0"/>
              <a:buChar char="•"/>
            </a:pPr>
            <a:r>
              <a:rPr lang="en-IN" sz="1600" dirty="0">
                <a:solidFill>
                  <a:schemeClr val="bg1"/>
                </a:solidFill>
              </a:rPr>
              <a:t>WHO projects a shortfall of about 10M health workers by 2030. Rural health centres lack about 80% of the specialists they need. AI trained once can't keep up with changing medical guidelines.</a:t>
            </a:r>
            <a:endParaRPr lang="en" sz="1600" b="1" dirty="0">
              <a:solidFill>
                <a:schemeClr val="bg1"/>
              </a:solidFill>
              <a:latin typeface="Playfair Display"/>
              <a:ea typeface="Playfair Display"/>
              <a:cs typeface="Playfair Display"/>
              <a:sym typeface="Playfair Display"/>
            </a:endParaRPr>
          </a:p>
        </p:txBody>
      </p:sp>
      <p:pic>
        <p:nvPicPr>
          <p:cNvPr id="179" name="Google Shape;179;p29"/>
          <p:cNvPicPr preferRelativeResize="0"/>
          <p:nvPr/>
        </p:nvPicPr>
        <p:blipFill rotWithShape="1">
          <a:blip r:embed="rId3">
            <a:alphaModFix/>
          </a:blip>
          <a:srcRect/>
          <a:stretch/>
        </p:blipFill>
        <p:spPr>
          <a:xfrm>
            <a:off x="0" y="0"/>
            <a:ext cx="1129202" cy="9477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83"/>
        <p:cNvGrpSpPr/>
        <p:nvPr/>
      </p:nvGrpSpPr>
      <p:grpSpPr>
        <a:xfrm>
          <a:off x="0" y="0"/>
          <a:ext cx="0" cy="0"/>
          <a:chOff x="0" y="0"/>
          <a:chExt cx="0" cy="0"/>
        </a:xfrm>
      </p:grpSpPr>
      <p:sp>
        <p:nvSpPr>
          <p:cNvPr id="184" name="Google Shape;184;p30"/>
          <p:cNvSpPr txBox="1"/>
          <p:nvPr/>
        </p:nvSpPr>
        <p:spPr>
          <a:xfrm>
            <a:off x="227225" y="282255"/>
            <a:ext cx="8800200" cy="5619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3200">
                <a:solidFill>
                  <a:schemeClr val="lt1"/>
                </a:solidFill>
                <a:latin typeface="Playfair Display ExtraBold"/>
                <a:ea typeface="Playfair Display ExtraBold"/>
                <a:cs typeface="Playfair Display ExtraBold"/>
                <a:sym typeface="Playfair Display ExtraBold"/>
              </a:rPr>
              <a:t>PROPOSED SOLUTION</a:t>
            </a:r>
            <a:endParaRPr sz="3600" b="1">
              <a:solidFill>
                <a:schemeClr val="lt1"/>
              </a:solidFill>
              <a:latin typeface="Playfair Display"/>
              <a:ea typeface="Playfair Display"/>
              <a:cs typeface="Playfair Display"/>
              <a:sym typeface="Playfair Display"/>
            </a:endParaRPr>
          </a:p>
        </p:txBody>
      </p:sp>
      <p:sp>
        <p:nvSpPr>
          <p:cNvPr id="185" name="Google Shape;185;p30"/>
          <p:cNvSpPr txBox="1"/>
          <p:nvPr/>
        </p:nvSpPr>
        <p:spPr>
          <a:xfrm>
            <a:off x="45222" y="968451"/>
            <a:ext cx="8800199" cy="3762538"/>
          </a:xfrm>
          <a:prstGeom prst="rect">
            <a:avLst/>
          </a:prstGeom>
          <a:noFill/>
          <a:ln>
            <a:noFill/>
          </a:ln>
        </p:spPr>
        <p:txBody>
          <a:bodyPr spcFirstLastPara="1" wrap="square" lIns="68575" tIns="34275" rIns="68575" bIns="34275" anchor="t" anchorCtr="0">
            <a:spAutoFit/>
          </a:bodyPr>
          <a:lstStyle/>
          <a:p>
            <a:pPr marL="127000" marR="0" lvl="0" algn="l" rtl="0">
              <a:spcBef>
                <a:spcPts val="0"/>
              </a:spcBef>
              <a:spcAft>
                <a:spcPts val="0"/>
              </a:spcAft>
              <a:buClr>
                <a:schemeClr val="lt1"/>
              </a:buClr>
              <a:buSzPts val="1600"/>
            </a:pPr>
            <a:r>
              <a:rPr lang="en" sz="1600" b="1" dirty="0">
                <a:solidFill>
                  <a:schemeClr val="accent6">
                    <a:lumMod val="40000"/>
                    <a:lumOff val="60000"/>
                  </a:schemeClr>
                </a:solidFill>
                <a:latin typeface="Playfair Display"/>
                <a:ea typeface="Playfair Display"/>
                <a:cs typeface="Playfair Display"/>
                <a:sym typeface="Playfair Display"/>
              </a:rPr>
              <a:t>WHAT IS YOUR PROPOSED SOLUTION</a:t>
            </a:r>
          </a:p>
          <a:p>
            <a:pPr marL="412750" lvl="0" indent="-285750">
              <a:buClr>
                <a:schemeClr val="lt1"/>
              </a:buClr>
              <a:buSzPts val="1600"/>
              <a:buFont typeface="Arial" panose="020B0604020202020204" pitchFamily="34" charset="0"/>
              <a:buChar char="•"/>
            </a:pPr>
            <a:r>
              <a:rPr lang="en-IN" sz="1600" dirty="0">
                <a:solidFill>
                  <a:schemeClr val="bg1"/>
                </a:solidFill>
              </a:rPr>
              <a:t>A multi-agent medical AI that runs continuously. It reads reports, prescriptions, voice notes and live vitals, remembers each patient's history, and acts automatically</a:t>
            </a:r>
          </a:p>
          <a:p>
            <a:pPr marL="127000" lvl="0">
              <a:buClr>
                <a:schemeClr val="lt1"/>
              </a:buClr>
              <a:buSzPts val="1600"/>
            </a:pPr>
            <a:r>
              <a:rPr lang="en-IN" sz="1600" b="1" dirty="0">
                <a:solidFill>
                  <a:schemeClr val="accent6">
                    <a:lumMod val="40000"/>
                    <a:lumOff val="60000"/>
                  </a:schemeClr>
                </a:solidFill>
                <a:latin typeface="Playfair Display"/>
                <a:ea typeface="Playfair Display"/>
                <a:cs typeface="Playfair Display"/>
                <a:sym typeface="Playfair Display"/>
              </a:rPr>
              <a:t>HOW DOES IT ADDRESS THE IDENTIFIED PROBLEM </a:t>
            </a:r>
          </a:p>
          <a:p>
            <a:pPr marL="412750" lvl="0" indent="-285750">
              <a:buClr>
                <a:schemeClr val="lt1"/>
              </a:buClr>
              <a:buSzPts val="1600"/>
              <a:buFont typeface="Arial" panose="020B0604020202020204" pitchFamily="34" charset="0"/>
              <a:buChar char="•"/>
            </a:pPr>
            <a:r>
              <a:rPr lang="en-IN" sz="1600" b="1" dirty="0">
                <a:solidFill>
                  <a:schemeClr val="bg1"/>
                </a:solidFill>
              </a:rPr>
              <a:t>Memory:</a:t>
            </a:r>
            <a:r>
              <a:rPr lang="en-IN" sz="1600" dirty="0">
                <a:solidFill>
                  <a:schemeClr val="bg1"/>
                </a:solidFill>
              </a:rPr>
              <a:t> Pathway streaming keeps a live health timeline for each patient</a:t>
            </a:r>
            <a:r>
              <a:rPr lang="en-IN" sz="1600" dirty="0"/>
              <a:t>.</a:t>
            </a:r>
          </a:p>
          <a:p>
            <a:pPr marL="412750" lvl="0" indent="-285750">
              <a:buClr>
                <a:schemeClr val="lt1"/>
              </a:buClr>
              <a:buSzPts val="1600"/>
              <a:buFont typeface="Arial" panose="020B0604020202020204" pitchFamily="34" charset="0"/>
              <a:buChar char="•"/>
            </a:pPr>
            <a:r>
              <a:rPr lang="en-IN" sz="1600" b="1" dirty="0">
                <a:solidFill>
                  <a:schemeClr val="bg1"/>
                </a:solidFill>
              </a:rPr>
              <a:t>Temporal reasoning</a:t>
            </a:r>
            <a:r>
              <a:rPr lang="en-IN" sz="1600" dirty="0">
                <a:solidFill>
                  <a:schemeClr val="bg1"/>
                </a:solidFill>
              </a:rPr>
              <a:t>: it detects what changed since the last visit.</a:t>
            </a:r>
          </a:p>
          <a:p>
            <a:pPr marL="412750" lvl="0" indent="-285750">
              <a:buClr>
                <a:schemeClr val="lt1"/>
              </a:buClr>
              <a:buSzPts val="1600"/>
              <a:buFont typeface="Arial" panose="020B0604020202020204" pitchFamily="34" charset="0"/>
              <a:buChar char="•"/>
            </a:pPr>
            <a:r>
              <a:rPr lang="en-IN" sz="1600" b="1" dirty="0">
                <a:solidFill>
                  <a:schemeClr val="bg1"/>
                </a:solidFill>
              </a:rPr>
              <a:t>Automation:</a:t>
            </a:r>
            <a:r>
              <a:rPr lang="en-IN" sz="1600" dirty="0">
                <a:solidFill>
                  <a:schemeClr val="bg1"/>
                </a:solidFill>
              </a:rPr>
              <a:t> Temporal.io workflows send alerts, follow-ups and reminders</a:t>
            </a:r>
            <a:r>
              <a:rPr lang="en-IN" sz="1600" dirty="0"/>
              <a:t>.</a:t>
            </a:r>
          </a:p>
          <a:p>
            <a:pPr marL="412750" lvl="0" indent="-285750">
              <a:buClr>
                <a:schemeClr val="lt1"/>
              </a:buClr>
              <a:buSzPts val="1600"/>
              <a:buFont typeface="Arial" panose="020B0604020202020204" pitchFamily="34" charset="0"/>
              <a:buChar char="•"/>
            </a:pPr>
            <a:r>
              <a:rPr lang="en-IN" sz="1600" b="1" dirty="0">
                <a:solidFill>
                  <a:schemeClr val="bg1"/>
                </a:solidFill>
              </a:rPr>
              <a:t>Safety</a:t>
            </a:r>
            <a:r>
              <a:rPr lang="en-IN" sz="1600" dirty="0">
                <a:solidFill>
                  <a:schemeClr val="bg1"/>
                </a:solidFill>
              </a:rPr>
              <a:t>: high-risk outputs wait for a doctor's approval.</a:t>
            </a:r>
          </a:p>
          <a:p>
            <a:pPr marL="127000" lvl="0">
              <a:buClr>
                <a:schemeClr val="lt1"/>
              </a:buClr>
              <a:buSzPts val="1600"/>
            </a:pPr>
            <a:r>
              <a:rPr lang="en-IN" sz="1600" b="1" dirty="0">
                <a:solidFill>
                  <a:schemeClr val="accent6">
                    <a:lumMod val="40000"/>
                    <a:lumOff val="60000"/>
                  </a:schemeClr>
                </a:solidFill>
              </a:rPr>
              <a:t>WHAT IS THE CORE IDEA BEHIND YOUR PROJECT</a:t>
            </a:r>
          </a:p>
          <a:p>
            <a:pPr marL="412750" lvl="0" indent="-285750">
              <a:buClr>
                <a:schemeClr val="lt1"/>
              </a:buClr>
              <a:buSzPts val="1600"/>
              <a:buFont typeface="Arial" panose="020B0604020202020204" pitchFamily="34" charset="0"/>
              <a:buChar char="•"/>
            </a:pPr>
            <a:r>
              <a:rPr lang="en-IN" sz="1600" dirty="0">
                <a:solidFill>
                  <a:schemeClr val="bg1"/>
                </a:solidFill>
              </a:rPr>
              <a:t>Move from reactive diagnosis to proactive care: watch the whole health journey, not one report at a time</a:t>
            </a:r>
          </a:p>
          <a:p>
            <a:pPr marL="127000" lvl="0">
              <a:buClr>
                <a:schemeClr val="lt1"/>
              </a:buClr>
              <a:buSzPts val="1600"/>
            </a:pPr>
            <a:r>
              <a:rPr lang="en-IN" sz="1600" b="1" dirty="0">
                <a:solidFill>
                  <a:schemeClr val="accent6">
                    <a:lumMod val="40000"/>
                    <a:lumOff val="60000"/>
                  </a:schemeClr>
                </a:solidFill>
              </a:rPr>
              <a:t>WHAT MAKES YOUR APPROACH DIFFERENT</a:t>
            </a:r>
          </a:p>
          <a:p>
            <a:pPr marL="412750" lvl="0" indent="-285750">
              <a:buClr>
                <a:schemeClr val="lt1"/>
              </a:buClr>
              <a:buSzPts val="1600"/>
              <a:buFont typeface="Arial" panose="020B0604020202020204" pitchFamily="34" charset="0"/>
              <a:buChar char="•"/>
            </a:pPr>
            <a:r>
              <a:rPr lang="en-IN" sz="1600" dirty="0">
                <a:solidFill>
                  <a:schemeClr val="bg1"/>
                </a:solidFill>
              </a:rPr>
              <a:t>Specialist agents (Triage, Lab, Pharmacist, Guideline) share one live memory and run as durable workflows, so the system is more than a chatbot.</a:t>
            </a:r>
            <a:endParaRPr lang="en-IN" sz="1600" b="1" dirty="0">
              <a:solidFill>
                <a:schemeClr val="bg1"/>
              </a:solidFill>
            </a:endParaRPr>
          </a:p>
          <a:p>
            <a:pPr marL="127000" lvl="0">
              <a:buClr>
                <a:schemeClr val="lt1"/>
              </a:buClr>
              <a:buSzPts val="1600"/>
            </a:pPr>
            <a:endParaRPr lang="en-IN" sz="1600" dirty="0">
              <a:solidFill>
                <a:schemeClr val="bg1"/>
              </a:solidFill>
              <a:latin typeface="Playfair Display"/>
              <a:ea typeface="Playfair Display"/>
              <a:cs typeface="Playfair Display"/>
              <a:sym typeface="Playfair Display"/>
            </a:endParaRPr>
          </a:p>
        </p:txBody>
      </p:sp>
      <p:pic>
        <p:nvPicPr>
          <p:cNvPr id="186" name="Google Shape;186;p30"/>
          <p:cNvPicPr preferRelativeResize="0"/>
          <p:nvPr/>
        </p:nvPicPr>
        <p:blipFill rotWithShape="1">
          <a:blip r:embed="rId3">
            <a:alphaModFix/>
          </a:blip>
          <a:srcRect/>
          <a:stretch/>
        </p:blipFill>
        <p:spPr>
          <a:xfrm>
            <a:off x="0" y="0"/>
            <a:ext cx="1129202" cy="9477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90"/>
        <p:cNvGrpSpPr/>
        <p:nvPr/>
      </p:nvGrpSpPr>
      <p:grpSpPr>
        <a:xfrm>
          <a:off x="0" y="0"/>
          <a:ext cx="0" cy="0"/>
          <a:chOff x="0" y="0"/>
          <a:chExt cx="0" cy="0"/>
        </a:xfrm>
      </p:grpSpPr>
      <p:sp>
        <p:nvSpPr>
          <p:cNvPr id="191" name="Google Shape;191;p31"/>
          <p:cNvSpPr txBox="1"/>
          <p:nvPr/>
        </p:nvSpPr>
        <p:spPr>
          <a:xfrm>
            <a:off x="216894" y="1113800"/>
            <a:ext cx="8622306" cy="3516317"/>
          </a:xfrm>
          <a:prstGeom prst="rect">
            <a:avLst/>
          </a:prstGeom>
          <a:noFill/>
          <a:ln>
            <a:noFill/>
          </a:ln>
        </p:spPr>
        <p:txBody>
          <a:bodyPr spcFirstLastPara="1" wrap="square" lIns="68575" tIns="34275" rIns="68575" bIns="34275" anchor="t" anchorCtr="0">
            <a:spAutoFit/>
          </a:bodyPr>
          <a:lstStyle/>
          <a:p>
            <a:pPr marL="127000" marR="0" lvl="0" algn="l" rtl="0">
              <a:spcBef>
                <a:spcPts val="0"/>
              </a:spcBef>
              <a:spcAft>
                <a:spcPts val="0"/>
              </a:spcAft>
              <a:buClr>
                <a:schemeClr val="lt1"/>
              </a:buClr>
              <a:buSzPts val="1600"/>
            </a:pPr>
            <a:r>
              <a:rPr lang="en" sz="1600" b="1" dirty="0">
                <a:solidFill>
                  <a:schemeClr val="accent6">
                    <a:lumMod val="40000"/>
                    <a:lumOff val="60000"/>
                  </a:schemeClr>
                </a:solidFill>
                <a:latin typeface="Playfair Display"/>
                <a:ea typeface="Playfair Display"/>
                <a:cs typeface="Playfair Display"/>
                <a:sym typeface="Playfair Display"/>
              </a:rPr>
              <a:t>WHAT IS INNOVATIVE ABOUT YOUR PROJECT</a:t>
            </a:r>
          </a:p>
          <a:p>
            <a:pPr marL="412750" lvl="0" indent="-285750">
              <a:buClr>
                <a:schemeClr val="lt1"/>
              </a:buClr>
              <a:buSzPts val="1600"/>
              <a:buFont typeface="Arial" panose="020B0604020202020204" pitchFamily="34" charset="0"/>
              <a:buChar char="•"/>
            </a:pPr>
            <a:r>
              <a:rPr lang="en-IN" sz="1600" dirty="0">
                <a:solidFill>
                  <a:schemeClr val="bg1"/>
                </a:solidFill>
              </a:rPr>
              <a:t>Medical AI that reasons over time. Knowledge updates stream in live without retraining, and workflows can run for months, survive crashes and wait on doctors</a:t>
            </a:r>
          </a:p>
          <a:p>
            <a:pPr marL="127000" lvl="0">
              <a:buClr>
                <a:schemeClr val="lt1"/>
              </a:buClr>
              <a:buSzPts val="1600"/>
            </a:pPr>
            <a:r>
              <a:rPr lang="en-IN" sz="1600" b="1" dirty="0">
                <a:solidFill>
                  <a:schemeClr val="accent6">
                    <a:lumMod val="40000"/>
                    <a:lumOff val="60000"/>
                  </a:schemeClr>
                </a:solidFill>
              </a:rPr>
              <a:t>HOW IS IT DIFFERENT FROM EXISTING SOLUTIONS</a:t>
            </a:r>
          </a:p>
          <a:p>
            <a:pPr marL="412750" lvl="0" indent="-285750">
              <a:buClr>
                <a:schemeClr val="lt1"/>
              </a:buClr>
              <a:buSzPts val="1600"/>
              <a:buFont typeface="Arial" panose="020B0604020202020204" pitchFamily="34" charset="0"/>
              <a:buChar char="•"/>
            </a:pPr>
            <a:r>
              <a:rPr lang="en-IN" sz="1600" dirty="0">
                <a:solidFill>
                  <a:schemeClr val="bg1"/>
                </a:solidFill>
              </a:rPr>
              <a:t>Existing tools forget the patient and only answer questions. Ours remembers the patient, spots trends and takes action</a:t>
            </a:r>
          </a:p>
          <a:p>
            <a:pPr marL="127000" lvl="0">
              <a:buClr>
                <a:schemeClr val="lt1"/>
              </a:buClr>
              <a:buSzPts val="1600"/>
            </a:pPr>
            <a:r>
              <a:rPr lang="en-IN" sz="1600" b="1" dirty="0">
                <a:solidFill>
                  <a:schemeClr val="accent6">
                    <a:lumMod val="40000"/>
                    <a:lumOff val="60000"/>
                  </a:schemeClr>
                </a:solidFill>
              </a:rPr>
              <a:t>WHAT UNIQUE FEATURES OR APPROACHES HAVE YOU INTRODUCED</a:t>
            </a:r>
          </a:p>
          <a:p>
            <a:pPr marL="412750" lvl="0" indent="-285750">
              <a:buClr>
                <a:schemeClr val="lt1"/>
              </a:buClr>
              <a:buSzPts val="1600"/>
              <a:buFont typeface="Arial" panose="020B0604020202020204" pitchFamily="34" charset="0"/>
              <a:buChar char="•"/>
            </a:pPr>
            <a:r>
              <a:rPr lang="en-IN" sz="1600" dirty="0">
                <a:solidFill>
                  <a:schemeClr val="bg1"/>
                </a:solidFill>
              </a:rPr>
              <a:t>Temporal trend detection · explainable anomaly model (SHAP) · drug-interaction checks against patient history · voice and Indian-language support · FHIR/ABDM ready · doctor-in-the-loop</a:t>
            </a:r>
          </a:p>
          <a:p>
            <a:pPr marL="127000" lvl="0">
              <a:buClr>
                <a:schemeClr val="lt1"/>
              </a:buClr>
              <a:buSzPts val="1600"/>
            </a:pPr>
            <a:r>
              <a:rPr lang="en-IN" sz="1600" b="1" dirty="0">
                <a:solidFill>
                  <a:schemeClr val="accent6">
                    <a:lumMod val="40000"/>
                    <a:lumOff val="60000"/>
                  </a:schemeClr>
                </a:solidFill>
              </a:rPr>
              <a:t>WHY WOULD USERS CHOOSE YOUR SOLUTION</a:t>
            </a:r>
          </a:p>
          <a:p>
            <a:pPr marL="412750" lvl="0" indent="-285750">
              <a:buClr>
                <a:schemeClr val="lt1"/>
              </a:buClr>
              <a:buSzPts val="1600"/>
              <a:buFont typeface="Arial" panose="020B0604020202020204" pitchFamily="34" charset="0"/>
              <a:buChar char="•"/>
            </a:pPr>
            <a:r>
              <a:rPr lang="en-IN" sz="1600" dirty="0">
                <a:solidFill>
                  <a:schemeClr val="bg1"/>
                </a:solidFill>
              </a:rPr>
              <a:t>Doctors save review time and catch decline early. Patients get proactive care in their own language. Hospitals can plug it into the records systems they already use</a:t>
            </a:r>
            <a:endParaRPr sz="1600" b="1" i="1" dirty="0">
              <a:solidFill>
                <a:schemeClr val="bg1"/>
              </a:solidFill>
              <a:latin typeface="Playfair Display"/>
              <a:ea typeface="Playfair Display"/>
              <a:cs typeface="Playfair Display"/>
              <a:sym typeface="Playfair Display"/>
            </a:endParaRPr>
          </a:p>
          <a:p>
            <a:pPr marL="457200" marR="0" lvl="0" indent="-330200" algn="l" rtl="0">
              <a:spcBef>
                <a:spcPts val="0"/>
              </a:spcBef>
              <a:spcAft>
                <a:spcPts val="0"/>
              </a:spcAft>
              <a:buClr>
                <a:schemeClr val="lt1"/>
              </a:buClr>
              <a:buSzPts val="1600"/>
              <a:buFont typeface="Playfair Display"/>
              <a:buChar char="●"/>
            </a:pPr>
            <a:endParaRPr sz="1600" b="1" dirty="0">
              <a:latin typeface="Playfair Display"/>
              <a:ea typeface="Playfair Display"/>
              <a:cs typeface="Playfair Display"/>
              <a:sym typeface="Playfair Display"/>
            </a:endParaRPr>
          </a:p>
        </p:txBody>
      </p:sp>
      <p:sp>
        <p:nvSpPr>
          <p:cNvPr id="192" name="Google Shape;192;p31"/>
          <p:cNvSpPr txBox="1"/>
          <p:nvPr/>
        </p:nvSpPr>
        <p:spPr>
          <a:xfrm>
            <a:off x="916975" y="275950"/>
            <a:ext cx="7545300" cy="5619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3200">
                <a:solidFill>
                  <a:schemeClr val="lt1"/>
                </a:solidFill>
                <a:latin typeface="Playfair Display ExtraBold"/>
                <a:ea typeface="Playfair Display ExtraBold"/>
                <a:cs typeface="Playfair Display ExtraBold"/>
                <a:sym typeface="Playfair Display ExtraBold"/>
              </a:rPr>
              <a:t>INNOVATION AND UNIQUENESS</a:t>
            </a:r>
            <a:endParaRPr sz="3200">
              <a:solidFill>
                <a:schemeClr val="lt1"/>
              </a:solidFill>
              <a:latin typeface="Playfair Display ExtraBold"/>
              <a:ea typeface="Playfair Display ExtraBold"/>
              <a:cs typeface="Playfair Display ExtraBold"/>
              <a:sym typeface="Playfair Display ExtraBold"/>
            </a:endParaRPr>
          </a:p>
        </p:txBody>
      </p:sp>
      <p:pic>
        <p:nvPicPr>
          <p:cNvPr id="193" name="Google Shape;193;p31"/>
          <p:cNvPicPr preferRelativeResize="0"/>
          <p:nvPr/>
        </p:nvPicPr>
        <p:blipFill rotWithShape="1">
          <a:blip r:embed="rId3">
            <a:alphaModFix/>
          </a:blip>
          <a:srcRect/>
          <a:stretch/>
        </p:blipFill>
        <p:spPr>
          <a:xfrm>
            <a:off x="0" y="0"/>
            <a:ext cx="1129202" cy="9477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97"/>
        <p:cNvGrpSpPr/>
        <p:nvPr/>
      </p:nvGrpSpPr>
      <p:grpSpPr>
        <a:xfrm>
          <a:off x="0" y="0"/>
          <a:ext cx="0" cy="0"/>
          <a:chOff x="0" y="0"/>
          <a:chExt cx="0" cy="0"/>
        </a:xfrm>
      </p:grpSpPr>
      <p:sp>
        <p:nvSpPr>
          <p:cNvPr id="198" name="Google Shape;198;p32"/>
          <p:cNvSpPr txBox="1"/>
          <p:nvPr/>
        </p:nvSpPr>
        <p:spPr>
          <a:xfrm>
            <a:off x="343808" y="192915"/>
            <a:ext cx="8800200" cy="5619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3200">
                <a:solidFill>
                  <a:schemeClr val="lt1"/>
                </a:solidFill>
                <a:latin typeface="Playfair Display ExtraBold"/>
                <a:ea typeface="Playfair Display ExtraBold"/>
                <a:cs typeface="Playfair Display ExtraBold"/>
                <a:sym typeface="Playfair Display ExtraBold"/>
              </a:rPr>
              <a:t>MARKET IMPACT AND FEASIBILITY</a:t>
            </a:r>
            <a:endParaRPr sz="3200">
              <a:solidFill>
                <a:schemeClr val="lt1"/>
              </a:solidFill>
              <a:latin typeface="Playfair Display ExtraBold"/>
              <a:ea typeface="Playfair Display ExtraBold"/>
              <a:cs typeface="Playfair Display ExtraBold"/>
              <a:sym typeface="Playfair Display ExtraBold"/>
            </a:endParaRPr>
          </a:p>
        </p:txBody>
      </p:sp>
      <p:sp>
        <p:nvSpPr>
          <p:cNvPr id="199" name="Google Shape;199;p32"/>
          <p:cNvSpPr txBox="1"/>
          <p:nvPr/>
        </p:nvSpPr>
        <p:spPr>
          <a:xfrm>
            <a:off x="112502" y="895295"/>
            <a:ext cx="8800200" cy="4254981"/>
          </a:xfrm>
          <a:prstGeom prst="rect">
            <a:avLst/>
          </a:prstGeom>
          <a:noFill/>
          <a:ln>
            <a:noFill/>
          </a:ln>
        </p:spPr>
        <p:txBody>
          <a:bodyPr spcFirstLastPara="1" wrap="square" lIns="68575" tIns="34275" rIns="68575" bIns="34275" anchor="t" anchorCtr="0">
            <a:spAutoFit/>
          </a:bodyPr>
          <a:lstStyle/>
          <a:p>
            <a:pPr marL="127000" marR="0" lvl="0" algn="l" rtl="0">
              <a:spcBef>
                <a:spcPts val="0"/>
              </a:spcBef>
              <a:spcAft>
                <a:spcPts val="0"/>
              </a:spcAft>
              <a:buClr>
                <a:schemeClr val="lt1"/>
              </a:buClr>
              <a:buSzPts val="1600"/>
            </a:pPr>
            <a:r>
              <a:rPr lang="en" sz="1600" b="1" dirty="0">
                <a:solidFill>
                  <a:schemeClr val="accent6">
                    <a:lumMod val="40000"/>
                    <a:lumOff val="60000"/>
                  </a:schemeClr>
                </a:solidFill>
                <a:latin typeface="Playfair Display"/>
                <a:ea typeface="Playfair Display"/>
                <a:cs typeface="Playfair Display"/>
                <a:sym typeface="Playfair Display"/>
              </a:rPr>
              <a:t>IDENTIFY YOUR TARGET MARKET AND BENEFICIARIES</a:t>
            </a:r>
          </a:p>
          <a:p>
            <a:pPr marL="412750" lvl="1" indent="-285750">
              <a:buClr>
                <a:schemeClr val="lt1"/>
              </a:buClr>
              <a:buSzPts val="1600"/>
              <a:buFont typeface="Arial" panose="020B0604020202020204" pitchFamily="34" charset="0"/>
              <a:buChar char="•"/>
            </a:pPr>
            <a:r>
              <a:rPr lang="en-IN" sz="1600" dirty="0">
                <a:solidFill>
                  <a:schemeClr val="bg1"/>
                </a:solidFill>
              </a:rPr>
              <a:t>Hospitals, diagnostic labs, pharmacy chains, rural health centres, telemedicine platforms and patients with chronic condition</a:t>
            </a:r>
          </a:p>
          <a:p>
            <a:pPr marL="127000" lvl="1">
              <a:buClr>
                <a:schemeClr val="lt1"/>
              </a:buClr>
              <a:buSzPts val="1600"/>
            </a:pPr>
            <a:r>
              <a:rPr lang="en-IN" sz="1600" b="1" dirty="0">
                <a:solidFill>
                  <a:schemeClr val="accent6">
                    <a:lumMod val="40000"/>
                    <a:lumOff val="60000"/>
                  </a:schemeClr>
                </a:solidFill>
              </a:rPr>
              <a:t>EXPLAIN THE REAL-WORLD IMPACT OF YOUR SOLUTION</a:t>
            </a:r>
          </a:p>
          <a:p>
            <a:pPr marL="412750" lvl="1" indent="-285750">
              <a:buClr>
                <a:schemeClr val="lt1"/>
              </a:buClr>
              <a:buSzPts val="1600"/>
              <a:buFont typeface="Arial" panose="020B0604020202020204" pitchFamily="34" charset="0"/>
              <a:buChar char="•"/>
            </a:pPr>
            <a:r>
              <a:rPr lang="en-IN" sz="1600" dirty="0">
                <a:solidFill>
                  <a:schemeClr val="bg1"/>
                </a:solidFill>
              </a:rPr>
              <a:t>Earlier detection of chronic disease, fewer adverse drug events, faster report review, and specialist-level guidance in rural areas</a:t>
            </a:r>
          </a:p>
          <a:p>
            <a:pPr marL="127000" lvl="1">
              <a:buClr>
                <a:schemeClr val="lt1"/>
              </a:buClr>
              <a:buSzPts val="1600"/>
            </a:pPr>
            <a:r>
              <a:rPr lang="en-IN" sz="1600" b="1" dirty="0">
                <a:solidFill>
                  <a:schemeClr val="accent6">
                    <a:lumMod val="40000"/>
                    <a:lumOff val="60000"/>
                  </a:schemeClr>
                </a:solidFill>
              </a:rPr>
              <a:t>HIGHLIGHT ITS MARKET POTENTIAL AND DEMAND</a:t>
            </a:r>
          </a:p>
          <a:p>
            <a:pPr marL="412750" lvl="1" indent="-285750">
              <a:buClr>
                <a:schemeClr val="lt1"/>
              </a:buClr>
              <a:buSzPts val="1600"/>
              <a:buFont typeface="Arial" panose="020B0604020202020204" pitchFamily="34" charset="0"/>
              <a:buChar char="•"/>
            </a:pPr>
            <a:r>
              <a:rPr lang="en-IN" sz="1600" dirty="0">
                <a:solidFill>
                  <a:schemeClr val="bg1"/>
                </a:solidFill>
              </a:rPr>
              <a:t>AI in healthcare is a fast-growing market </a:t>
            </a:r>
            <a:r>
              <a:rPr lang="en-IN" sz="1600" i="1" dirty="0">
                <a:solidFill>
                  <a:schemeClr val="bg1"/>
                </a:solidFill>
              </a:rPr>
              <a:t>(add one market-report figure here)</a:t>
            </a:r>
            <a:r>
              <a:rPr lang="en-IN" sz="1600" dirty="0">
                <a:solidFill>
                  <a:schemeClr val="bg1"/>
                </a:solidFill>
              </a:rPr>
              <a:t>. India's ABDM digital health push is creating demand for connected tools. Revenue would come from a per-clinic subscription plus API licensing for labs</a:t>
            </a:r>
          </a:p>
          <a:p>
            <a:pPr marL="127000" lvl="1">
              <a:buClr>
                <a:schemeClr val="lt1"/>
              </a:buClr>
              <a:buSzPts val="1600"/>
            </a:pPr>
            <a:r>
              <a:rPr lang="en-IN" sz="1600" b="1" dirty="0">
                <a:solidFill>
                  <a:schemeClr val="accent6">
                    <a:lumMod val="40000"/>
                    <a:lumOff val="60000"/>
                  </a:schemeClr>
                </a:solidFill>
              </a:rPr>
              <a:t>DEMONSTRATE THE TECHNICAL AND PRACTICAL FEASIBILITY OF IMPLEMENTING YOUR SOLUTION</a:t>
            </a:r>
          </a:p>
          <a:p>
            <a:pPr marL="412750" lvl="1" indent="-285750">
              <a:buClr>
                <a:schemeClr val="lt1"/>
              </a:buClr>
              <a:buSzPts val="1600"/>
              <a:buFont typeface="Arial" panose="020B0604020202020204" pitchFamily="34" charset="0"/>
              <a:buChar char="•"/>
            </a:pPr>
            <a:r>
              <a:rPr lang="en-IN" sz="1600" dirty="0">
                <a:solidFill>
                  <a:schemeClr val="bg1"/>
                </a:solidFill>
              </a:rPr>
              <a:t>The working prototype has a </a:t>
            </a:r>
            <a:r>
              <a:rPr lang="en-IN" sz="1600" dirty="0" err="1">
                <a:solidFill>
                  <a:schemeClr val="bg1"/>
                </a:solidFill>
              </a:rPr>
              <a:t>FastAPI</a:t>
            </a:r>
            <a:r>
              <a:rPr lang="en-IN" sz="1600" dirty="0">
                <a:solidFill>
                  <a:schemeClr val="bg1"/>
                </a:solidFill>
              </a:rPr>
              <a:t> + React front and back end, PostgreSQL, Pathway, </a:t>
            </a:r>
            <a:r>
              <a:rPr lang="en-IN" sz="1600" dirty="0" err="1">
                <a:solidFill>
                  <a:schemeClr val="bg1"/>
                </a:solidFill>
              </a:rPr>
              <a:t>Groq</a:t>
            </a:r>
            <a:r>
              <a:rPr lang="en-IN" sz="1600" dirty="0">
                <a:solidFill>
                  <a:schemeClr val="bg1"/>
                </a:solidFill>
              </a:rPr>
              <a:t> (Llama 3.1), </a:t>
            </a:r>
            <a:r>
              <a:rPr lang="en-IN" sz="1600" dirty="0" err="1">
                <a:solidFill>
                  <a:schemeClr val="bg1"/>
                </a:solidFill>
              </a:rPr>
              <a:t>BioBERT</a:t>
            </a:r>
            <a:r>
              <a:rPr lang="en-IN" sz="1600" dirty="0">
                <a:solidFill>
                  <a:schemeClr val="bg1"/>
                </a:solidFill>
              </a:rPr>
              <a:t> and an ML model trained on 50,000 samples. The rest is proven open source (Temporal, </a:t>
            </a:r>
            <a:r>
              <a:rPr lang="en-IN" sz="1600" dirty="0" err="1">
                <a:solidFill>
                  <a:schemeClr val="bg1"/>
                </a:solidFill>
              </a:rPr>
              <a:t>LangGraph</a:t>
            </a:r>
            <a:r>
              <a:rPr lang="en-IN" sz="1600" dirty="0">
                <a:solidFill>
                  <a:schemeClr val="bg1"/>
                </a:solidFill>
              </a:rPr>
              <a:t>, FHIR) running in Docker. Because a doctor approves the risky outputs, it counts as decision support, which fits CDSCO's rules for medical software.</a:t>
            </a:r>
            <a:endParaRPr sz="1600" b="1" dirty="0">
              <a:solidFill>
                <a:schemeClr val="bg1"/>
              </a:solidFill>
              <a:latin typeface="Playfair Display"/>
              <a:ea typeface="Playfair Display"/>
              <a:cs typeface="Playfair Display"/>
              <a:sym typeface="Playfair Display"/>
            </a:endParaRPr>
          </a:p>
        </p:txBody>
      </p:sp>
      <p:pic>
        <p:nvPicPr>
          <p:cNvPr id="200" name="Google Shape;200;p32"/>
          <p:cNvPicPr preferRelativeResize="0"/>
          <p:nvPr/>
        </p:nvPicPr>
        <p:blipFill rotWithShape="1">
          <a:blip r:embed="rId3">
            <a:alphaModFix/>
          </a:blip>
          <a:srcRect/>
          <a:stretch/>
        </p:blipFill>
        <p:spPr>
          <a:xfrm>
            <a:off x="0" y="0"/>
            <a:ext cx="1129202" cy="947738"/>
          </a:xfrm>
          <a:prstGeom prst="rect">
            <a:avLst/>
          </a:prstGeom>
          <a:noFill/>
          <a:ln>
            <a:noFill/>
          </a:ln>
        </p:spPr>
      </p:pic>
      <p:sp>
        <p:nvSpPr>
          <p:cNvPr id="201" name="Google Shape;201;p32"/>
          <p:cNvSpPr txBox="1"/>
          <p:nvPr/>
        </p:nvSpPr>
        <p:spPr>
          <a:xfrm>
            <a:off x="6412250" y="639000"/>
            <a:ext cx="27465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5"/>
        <p:cNvGrpSpPr/>
        <p:nvPr/>
      </p:nvGrpSpPr>
      <p:grpSpPr>
        <a:xfrm>
          <a:off x="0" y="0"/>
          <a:ext cx="0" cy="0"/>
          <a:chOff x="0" y="0"/>
          <a:chExt cx="0" cy="0"/>
        </a:xfrm>
      </p:grpSpPr>
      <p:sp>
        <p:nvSpPr>
          <p:cNvPr id="206" name="Google Shape;206;p33"/>
          <p:cNvSpPr txBox="1"/>
          <p:nvPr/>
        </p:nvSpPr>
        <p:spPr>
          <a:xfrm>
            <a:off x="369108" y="192915"/>
            <a:ext cx="8800200" cy="5619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3200">
                <a:solidFill>
                  <a:schemeClr val="lt1"/>
                </a:solidFill>
                <a:latin typeface="Playfair Display ExtraBold"/>
                <a:ea typeface="Playfair Display ExtraBold"/>
                <a:cs typeface="Playfair Display ExtraBold"/>
                <a:sym typeface="Playfair Display ExtraBold"/>
              </a:rPr>
              <a:t>RESEARCH AND REFERENCE</a:t>
            </a:r>
            <a:endParaRPr sz="3200">
              <a:solidFill>
                <a:schemeClr val="lt1"/>
              </a:solidFill>
              <a:latin typeface="Playfair Display ExtraBold"/>
              <a:ea typeface="Playfair Display ExtraBold"/>
              <a:cs typeface="Playfair Display ExtraBold"/>
              <a:sym typeface="Playfair Display ExtraBold"/>
            </a:endParaRPr>
          </a:p>
        </p:txBody>
      </p:sp>
      <p:sp>
        <p:nvSpPr>
          <p:cNvPr id="207" name="Google Shape;207;p33"/>
          <p:cNvSpPr txBox="1"/>
          <p:nvPr/>
        </p:nvSpPr>
        <p:spPr>
          <a:xfrm>
            <a:off x="131163" y="1065885"/>
            <a:ext cx="8800200" cy="3023874"/>
          </a:xfrm>
          <a:prstGeom prst="rect">
            <a:avLst/>
          </a:prstGeom>
          <a:noFill/>
          <a:ln>
            <a:noFill/>
          </a:ln>
        </p:spPr>
        <p:txBody>
          <a:bodyPr spcFirstLastPara="1" wrap="square" lIns="68575" tIns="34275" rIns="68575" bIns="34275" anchor="t" anchorCtr="0">
            <a:spAutoFit/>
          </a:bodyPr>
          <a:lstStyle/>
          <a:p>
            <a:pPr marL="285750" lvl="0" indent="-285750">
              <a:buFont typeface="Arial" panose="020B0604020202020204" pitchFamily="34" charset="0"/>
              <a:buChar char="•"/>
            </a:pPr>
            <a:r>
              <a:rPr lang="en-IN" sz="1600" b="1" dirty="0">
                <a:solidFill>
                  <a:schemeClr val="accent6">
                    <a:lumMod val="40000"/>
                    <a:lumOff val="60000"/>
                  </a:schemeClr>
                </a:solidFill>
              </a:rPr>
              <a:t>ICMR-INDIAB Study</a:t>
            </a:r>
            <a:r>
              <a:rPr lang="en-IN" sz="1600" b="1" dirty="0">
                <a:solidFill>
                  <a:schemeClr val="bg1"/>
                </a:solidFill>
              </a:rPr>
              <a:t>, </a:t>
            </a:r>
            <a:r>
              <a:rPr lang="en-IN" sz="1600" b="1" i="1" dirty="0">
                <a:solidFill>
                  <a:schemeClr val="bg1"/>
                </a:solidFill>
              </a:rPr>
              <a:t>Lancet Diabetes &amp; Endocrinology</a:t>
            </a:r>
            <a:r>
              <a:rPr lang="en-IN" sz="1600" b="1" dirty="0">
                <a:solidFill>
                  <a:schemeClr val="bg1"/>
                </a:solidFill>
              </a:rPr>
              <a:t>, 2023</a:t>
            </a:r>
          </a:p>
          <a:p>
            <a:pPr marL="285750" lvl="0" indent="-285750">
              <a:buFont typeface="Arial" panose="020B0604020202020204" pitchFamily="34" charset="0"/>
              <a:buChar char="•"/>
            </a:pPr>
            <a:r>
              <a:rPr lang="en-IN" sz="1600" b="1" dirty="0">
                <a:solidFill>
                  <a:schemeClr val="accent6">
                    <a:lumMod val="40000"/>
                    <a:lumOff val="60000"/>
                  </a:schemeClr>
                </a:solidFill>
              </a:rPr>
              <a:t>WHO</a:t>
            </a:r>
            <a:r>
              <a:rPr lang="en-IN" sz="1600" b="1" dirty="0">
                <a:solidFill>
                  <a:schemeClr val="bg1"/>
                </a:solidFill>
              </a:rPr>
              <a:t>, </a:t>
            </a:r>
            <a:r>
              <a:rPr lang="en-IN" sz="1600" b="1" i="1" dirty="0">
                <a:solidFill>
                  <a:schemeClr val="bg1"/>
                </a:solidFill>
              </a:rPr>
              <a:t>Global Strategy on Human Resources for Health: Workforce 2030</a:t>
            </a:r>
          </a:p>
          <a:p>
            <a:pPr marL="285750" lvl="0" indent="-285750">
              <a:buFont typeface="Arial" panose="020B0604020202020204" pitchFamily="34" charset="0"/>
              <a:buChar char="•"/>
            </a:pPr>
            <a:r>
              <a:rPr lang="en-IN" sz="1600" b="1" dirty="0" err="1">
                <a:solidFill>
                  <a:schemeClr val="accent6">
                    <a:lumMod val="40000"/>
                    <a:lumOff val="60000"/>
                  </a:schemeClr>
                </a:solidFill>
              </a:rPr>
              <a:t>MoHFW</a:t>
            </a:r>
            <a:r>
              <a:rPr lang="en-IN" sz="1600" b="1" dirty="0">
                <a:solidFill>
                  <a:schemeClr val="bg1"/>
                </a:solidFill>
              </a:rPr>
              <a:t>, </a:t>
            </a:r>
            <a:r>
              <a:rPr lang="en-IN" sz="1600" b="1" i="1" dirty="0">
                <a:solidFill>
                  <a:schemeClr val="bg1"/>
                </a:solidFill>
              </a:rPr>
              <a:t>Rural Health Statistics</a:t>
            </a:r>
            <a:r>
              <a:rPr lang="en-IN" sz="1600" b="1" dirty="0">
                <a:solidFill>
                  <a:schemeClr val="bg1"/>
                </a:solidFill>
              </a:rPr>
              <a:t> (latest edition)</a:t>
            </a:r>
          </a:p>
          <a:p>
            <a:pPr marL="285750" lvl="0" indent="-285750">
              <a:buFont typeface="Arial" panose="020B0604020202020204" pitchFamily="34" charset="0"/>
              <a:buChar char="•"/>
            </a:pPr>
            <a:r>
              <a:rPr lang="en-IN" sz="1600" b="1" dirty="0">
                <a:solidFill>
                  <a:schemeClr val="accent6">
                    <a:lumMod val="40000"/>
                    <a:lumOff val="60000"/>
                  </a:schemeClr>
                </a:solidFill>
              </a:rPr>
              <a:t>National Academies</a:t>
            </a:r>
            <a:r>
              <a:rPr lang="en-IN" sz="1600" b="1" dirty="0">
                <a:solidFill>
                  <a:schemeClr val="bg1"/>
                </a:solidFill>
              </a:rPr>
              <a:t>, </a:t>
            </a:r>
            <a:r>
              <a:rPr lang="en-IN" sz="1600" b="1" i="1" dirty="0">
                <a:solidFill>
                  <a:schemeClr val="bg1"/>
                </a:solidFill>
              </a:rPr>
              <a:t>Improving Diagnosis in Health Care</a:t>
            </a:r>
            <a:r>
              <a:rPr lang="en-IN" sz="1600" b="1" dirty="0">
                <a:solidFill>
                  <a:schemeClr val="bg1"/>
                </a:solidFill>
              </a:rPr>
              <a:t>, 2015</a:t>
            </a:r>
          </a:p>
          <a:p>
            <a:pPr marL="285750" lvl="0" indent="-285750">
              <a:buFont typeface="Arial" panose="020B0604020202020204" pitchFamily="34" charset="0"/>
              <a:buChar char="•"/>
            </a:pPr>
            <a:r>
              <a:rPr lang="en-IN" sz="1600" b="1" dirty="0">
                <a:solidFill>
                  <a:schemeClr val="bg1"/>
                </a:solidFill>
              </a:rPr>
              <a:t>Lee et al., </a:t>
            </a:r>
            <a:r>
              <a:rPr lang="en-IN" sz="1600" b="1" i="1" dirty="0" err="1">
                <a:solidFill>
                  <a:schemeClr val="accent6">
                    <a:lumMod val="40000"/>
                    <a:lumOff val="60000"/>
                  </a:schemeClr>
                </a:solidFill>
              </a:rPr>
              <a:t>BioBERT</a:t>
            </a:r>
            <a:r>
              <a:rPr lang="en-IN" sz="1600" b="1" dirty="0">
                <a:solidFill>
                  <a:schemeClr val="bg1"/>
                </a:solidFill>
              </a:rPr>
              <a:t>, Bioinformatics, 2020</a:t>
            </a:r>
          </a:p>
          <a:p>
            <a:pPr marL="285750" lvl="0" indent="-285750">
              <a:buFont typeface="Arial" panose="020B0604020202020204" pitchFamily="34" charset="0"/>
              <a:buChar char="•"/>
            </a:pPr>
            <a:r>
              <a:rPr lang="en-IN" sz="1600" b="1" dirty="0">
                <a:solidFill>
                  <a:schemeClr val="bg1"/>
                </a:solidFill>
              </a:rPr>
              <a:t>Yao et al., </a:t>
            </a:r>
            <a:r>
              <a:rPr lang="en-IN" sz="1600" b="1" i="1" dirty="0" err="1">
                <a:solidFill>
                  <a:schemeClr val="accent6">
                    <a:lumMod val="40000"/>
                    <a:lumOff val="60000"/>
                  </a:schemeClr>
                </a:solidFill>
              </a:rPr>
              <a:t>ReAct</a:t>
            </a:r>
            <a:r>
              <a:rPr lang="en-IN" sz="1600" b="1" i="1" dirty="0">
                <a:solidFill>
                  <a:schemeClr val="bg1"/>
                </a:solidFill>
              </a:rPr>
              <a:t>: Reasoning + Acting in LLMs</a:t>
            </a:r>
            <a:r>
              <a:rPr lang="en-IN" sz="1600" b="1" dirty="0">
                <a:solidFill>
                  <a:schemeClr val="bg1"/>
                </a:solidFill>
              </a:rPr>
              <a:t>, ICLR 2023</a:t>
            </a:r>
          </a:p>
          <a:p>
            <a:pPr marL="285750" lvl="0" indent="-285750">
              <a:buFont typeface="Arial" panose="020B0604020202020204" pitchFamily="34" charset="0"/>
              <a:buChar char="•"/>
            </a:pPr>
            <a:r>
              <a:rPr lang="en-IN" sz="1600" b="1" dirty="0">
                <a:solidFill>
                  <a:schemeClr val="bg1"/>
                </a:solidFill>
              </a:rPr>
              <a:t>Singhal et al., </a:t>
            </a:r>
            <a:r>
              <a:rPr lang="en-IN" sz="1600" b="1" i="1" dirty="0">
                <a:solidFill>
                  <a:schemeClr val="accent6">
                    <a:lumMod val="40000"/>
                    <a:lumOff val="60000"/>
                  </a:schemeClr>
                </a:solidFill>
              </a:rPr>
              <a:t>Med-</a:t>
            </a:r>
            <a:r>
              <a:rPr lang="en-IN" sz="1600" b="1" i="1" dirty="0" err="1">
                <a:solidFill>
                  <a:schemeClr val="accent6">
                    <a:lumMod val="40000"/>
                    <a:lumOff val="60000"/>
                  </a:schemeClr>
                </a:solidFill>
              </a:rPr>
              <a:t>PaLM</a:t>
            </a:r>
            <a:r>
              <a:rPr lang="en-IN" sz="1600" b="1" dirty="0">
                <a:solidFill>
                  <a:schemeClr val="bg1"/>
                </a:solidFill>
              </a:rPr>
              <a:t>, Nature, 2023</a:t>
            </a:r>
          </a:p>
          <a:p>
            <a:pPr marL="285750" lvl="0" indent="-285750">
              <a:buFont typeface="Arial" panose="020B0604020202020204" pitchFamily="34" charset="0"/>
              <a:buChar char="•"/>
            </a:pPr>
            <a:r>
              <a:rPr lang="en-IN" sz="1600" b="1" dirty="0">
                <a:solidFill>
                  <a:schemeClr val="accent6">
                    <a:lumMod val="40000"/>
                    <a:lumOff val="60000"/>
                  </a:schemeClr>
                </a:solidFill>
              </a:rPr>
              <a:t>Pathway</a:t>
            </a:r>
            <a:r>
              <a:rPr lang="en-IN" sz="1600" b="1" dirty="0">
                <a:solidFill>
                  <a:schemeClr val="bg1"/>
                </a:solidFill>
              </a:rPr>
              <a:t>, </a:t>
            </a:r>
            <a:r>
              <a:rPr lang="en-IN" sz="1600" b="1" dirty="0">
                <a:solidFill>
                  <a:schemeClr val="accent6">
                    <a:lumMod val="40000"/>
                    <a:lumOff val="60000"/>
                  </a:schemeClr>
                </a:solidFill>
              </a:rPr>
              <a:t>Temporal.io </a:t>
            </a:r>
            <a:r>
              <a:rPr lang="en-IN" sz="1600" b="1" dirty="0">
                <a:solidFill>
                  <a:schemeClr val="bg1"/>
                </a:solidFill>
              </a:rPr>
              <a:t>and </a:t>
            </a:r>
            <a:r>
              <a:rPr lang="en-IN" sz="1600" b="1" dirty="0" err="1">
                <a:solidFill>
                  <a:schemeClr val="accent6">
                    <a:lumMod val="40000"/>
                    <a:lumOff val="60000"/>
                  </a:schemeClr>
                </a:solidFill>
              </a:rPr>
              <a:t>LangGraph</a:t>
            </a:r>
            <a:r>
              <a:rPr lang="en-IN" sz="1600" b="1" dirty="0">
                <a:solidFill>
                  <a:schemeClr val="accent6">
                    <a:lumMod val="40000"/>
                    <a:lumOff val="60000"/>
                  </a:schemeClr>
                </a:solidFill>
              </a:rPr>
              <a:t> </a:t>
            </a:r>
            <a:r>
              <a:rPr lang="en-IN" sz="1600" b="1" dirty="0">
                <a:solidFill>
                  <a:schemeClr val="bg1"/>
                </a:solidFill>
              </a:rPr>
              <a:t>documentation</a:t>
            </a:r>
          </a:p>
          <a:p>
            <a:pPr marL="285750" lvl="0" indent="-285750">
              <a:buFont typeface="Arial" panose="020B0604020202020204" pitchFamily="34" charset="0"/>
              <a:buChar char="•"/>
            </a:pPr>
            <a:r>
              <a:rPr lang="en-IN" sz="1600" b="1" dirty="0">
                <a:solidFill>
                  <a:schemeClr val="accent6">
                    <a:lumMod val="40000"/>
                    <a:lumOff val="60000"/>
                  </a:schemeClr>
                </a:solidFill>
              </a:rPr>
              <a:t>HL7 FHIR R4 specification and ABDM sandbox</a:t>
            </a:r>
            <a:r>
              <a:rPr lang="en-IN" sz="1600" b="1" dirty="0">
                <a:solidFill>
                  <a:schemeClr val="bg1"/>
                </a:solidFill>
              </a:rPr>
              <a:t> documentation</a:t>
            </a:r>
          </a:p>
          <a:p>
            <a:pPr marL="285750" lvl="0" indent="-285750">
              <a:buFont typeface="Arial" panose="020B0604020202020204" pitchFamily="34" charset="0"/>
              <a:buChar char="•"/>
            </a:pPr>
            <a:r>
              <a:rPr lang="en-IN" sz="1600" b="1" dirty="0">
                <a:solidFill>
                  <a:schemeClr val="accent6">
                    <a:lumMod val="40000"/>
                    <a:lumOff val="60000"/>
                  </a:schemeClr>
                </a:solidFill>
              </a:rPr>
              <a:t>Datasets</a:t>
            </a:r>
            <a:r>
              <a:rPr lang="en-IN" sz="1600" b="1" dirty="0">
                <a:solidFill>
                  <a:schemeClr val="bg1"/>
                </a:solidFill>
              </a:rPr>
              <a:t>: </a:t>
            </a:r>
            <a:r>
              <a:rPr lang="en-IN" sz="1600" dirty="0">
                <a:solidFill>
                  <a:schemeClr val="bg1"/>
                </a:solidFill>
              </a:rPr>
              <a:t>Synthetic lab dataset (50,000 samples) validated on NHANES laboratory data (CDC), UCI Chronic Kidney Disease dataset, Synthea (MITRE), </a:t>
            </a:r>
            <a:r>
              <a:rPr lang="en-IN" sz="1600" dirty="0" err="1">
                <a:solidFill>
                  <a:schemeClr val="bg1"/>
                </a:solidFill>
              </a:rPr>
              <a:t>openFDA</a:t>
            </a:r>
            <a:endParaRPr lang="en-IN" sz="1600" b="1" dirty="0">
              <a:solidFill>
                <a:schemeClr val="bg1"/>
              </a:solidFill>
            </a:endParaRPr>
          </a:p>
          <a:p>
            <a:pPr marL="127000" lvl="0" algn="l" rtl="0">
              <a:spcBef>
                <a:spcPts val="0"/>
              </a:spcBef>
              <a:spcAft>
                <a:spcPts val="0"/>
              </a:spcAft>
              <a:buClr>
                <a:schemeClr val="lt1"/>
              </a:buClr>
              <a:buSzPts val="1600"/>
            </a:pPr>
            <a:endParaRPr sz="1600" b="1" dirty="0">
              <a:solidFill>
                <a:schemeClr val="lt1"/>
              </a:solidFill>
              <a:latin typeface="Playfair Display"/>
              <a:ea typeface="Playfair Display"/>
              <a:cs typeface="Playfair Display"/>
              <a:sym typeface="Playfair Display"/>
            </a:endParaRPr>
          </a:p>
        </p:txBody>
      </p:sp>
      <p:pic>
        <p:nvPicPr>
          <p:cNvPr id="208" name="Google Shape;208;p33"/>
          <p:cNvPicPr preferRelativeResize="0"/>
          <p:nvPr/>
        </p:nvPicPr>
        <p:blipFill rotWithShape="1">
          <a:blip r:embed="rId3">
            <a:alphaModFix/>
          </a:blip>
          <a:srcRect/>
          <a:stretch/>
        </p:blipFill>
        <p:spPr>
          <a:xfrm>
            <a:off x="0" y="0"/>
            <a:ext cx="1129203" cy="947738"/>
          </a:xfrm>
          <a:prstGeom prst="rect">
            <a:avLst/>
          </a:prstGeom>
          <a:noFill/>
          <a:ln>
            <a:noFill/>
          </a:ln>
        </p:spPr>
      </p:pic>
      <p:sp>
        <p:nvSpPr>
          <p:cNvPr id="209" name="Google Shape;209;p33"/>
          <p:cNvSpPr txBox="1"/>
          <p:nvPr/>
        </p:nvSpPr>
        <p:spPr>
          <a:xfrm>
            <a:off x="6412250" y="639000"/>
            <a:ext cx="27465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765</Words>
  <Application>Microsoft Office PowerPoint</Application>
  <PresentationFormat>On-screen Show (16:9)</PresentationFormat>
  <Paragraphs>60</Paragraphs>
  <Slides>7</Slides>
  <Notes>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vt:i4>
      </vt:variant>
    </vt:vector>
  </HeadingPairs>
  <TitlesOfParts>
    <vt:vector size="16" baseType="lpstr">
      <vt:lpstr>Playfair Display ExtraBold</vt:lpstr>
      <vt:lpstr>Playfair Display</vt:lpstr>
      <vt:lpstr>Arial</vt:lpstr>
      <vt:lpstr>Arial Black</vt:lpstr>
      <vt:lpstr>DM Sans Light</vt:lpstr>
      <vt:lpstr>Play</vt:lpstr>
      <vt:lpstr>DM Sans</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MATHAN KUMAR</cp:lastModifiedBy>
  <cp:revision>1</cp:revision>
  <dcterms:modified xsi:type="dcterms:W3CDTF">2026-09-27T10:50:26Z</dcterms:modified>
</cp:coreProperties>
</file>